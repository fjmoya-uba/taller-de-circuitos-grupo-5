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648"/>
  </p:normalViewPr>
  <p:slideViewPr>
    <p:cSldViewPr snapToGrid="0">
      <p:cViewPr varScale="1">
        <p:scale>
          <a:sx n="109" d="100"/>
          <a:sy n="109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ED1AC-DB89-1B75-F324-6B6E59512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3E284B-B562-2291-85D4-E780BBD91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E4B99E-0EB3-65E4-7F26-77250E53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0D74DB-42D9-4D96-2A9D-2773ABB4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1CB54-C86E-0DAF-B57A-5483FB54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35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F6B80-0DDC-8DC5-1305-D8E37E5C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4DD628-DBFD-6040-0F3D-DA461D47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B3CDB-2C15-8390-E5D2-CA5F1186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E058-49BB-69B2-41DC-B02550A3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8FF618-2CE0-36B6-9690-2EB74086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9779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91663-71F5-4ADE-83BD-DE3C5840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341BE2-9197-57FA-8A73-D1158770D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D7B425-E4EA-B2A9-E92D-53444472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4F0D59-E4A7-34B5-BEC3-D1260919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33960-BCAE-4F2A-9608-C3FB2FE2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519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793E1-02BF-78BE-5517-37C43B7E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38FB9-BC7A-AB33-1792-80B216F2D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A0B8BB-10CF-808D-ECBD-2A9422EEE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F522F4-AC48-72C3-D37E-28EA7054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81DAE3-4B13-C64D-24E5-04D25FB6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D45D5C-40CA-4384-6EA3-AE67CC60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422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5DF46-C858-CA31-E444-17E8B472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EF5420-E6AB-8549-1C0B-C8C4A240A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36F76D-3D2B-E0BD-76E0-3EC763C7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65638E-5238-3844-B130-A48A57BCE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1C0C50-F24C-974D-6E41-7CB20E42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C60DD3-5E28-13C0-0D97-76CAFD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0203A0-359E-F923-A495-61BD4AD9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18E99F-1E29-7B83-C4AF-DCB4C131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995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68976-774A-2FE6-08C2-72E8A5AD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DE36B4-E277-4E1B-54C3-9A510543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F6FB7A-52AA-EAE9-9092-3B0E6F25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92C1E5-C1D5-E543-1DE9-39199321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571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175E37-BB59-DBBE-6755-09704E54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4C309F-4F0A-A1AC-08F6-F894A699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94A4F1-4EE5-2828-68F0-90F93D26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733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955E8-DC72-0CF0-B439-7906789A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DE0111-1948-E6A8-BB76-157E60E3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CC1D05-AF4E-F9C6-D7B8-638DD869B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47B5DB-5430-4646-4EDC-1362A94E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969DEE-CE42-6353-12FB-C8D7FB9E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DECF5A-720D-C36E-D882-B77342B8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236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C8B57-54F7-1364-E1C0-3EB93A01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31F8CB-C7A7-5B38-1B0D-74BAF6083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0F032E-8CD6-1B0F-7482-A2E1B87EE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C36BE7-DF0F-09EF-DD52-D116C768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DC4F8B-3792-5D4D-FEA5-2B2BC515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DBC9E7-A99F-99EC-2B2B-9B2F2DA0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884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B37B4-BC69-B922-5620-1749DFDD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1D9E4B-FFFA-BB11-285C-32C90F27B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C3C4B-B212-90CB-5416-F11EC22C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76ED53-6709-FB8C-A1F3-71D7DFEA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593254-A389-9FB0-C9ED-4AA50E5F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958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D6271A-0F3B-DEBC-7523-35E1CAAEE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41B8C7-079C-24B4-435F-2D6C5070E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31FDAC-91BC-5A05-F95B-DA07AC18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A4A5E1-A65C-B684-7C46-CAA04CBC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D6DB59-714D-3291-7FCD-7D28369D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439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074693-0EE9-0C9A-C940-C1BF356D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46FB77-8920-6D97-D7CF-E0C865E7A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14056C-5FB3-2944-372A-2386B6EED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A024B-A496-4D4C-B072-ADBF9278EC1D}" type="datetimeFigureOut">
              <a:rPr lang="es-AR" smtClean="0"/>
              <a:t>9/4/26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87873F-572B-8D00-1523-CD54AB1DF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0D26C3-675E-D13B-991F-BD0F4EEA4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A06FF-4B7D-A747-A8FF-651EC69E028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614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D9636A8-BB8F-7F51-B703-B03A9432E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0295"/>
            <a:ext cx="7772400" cy="6397409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43D373C-5009-9E0F-235C-3BCB065FBE60}"/>
              </a:ext>
            </a:extLst>
          </p:cNvPr>
          <p:cNvSpPr/>
          <p:nvPr/>
        </p:nvSpPr>
        <p:spPr>
          <a:xfrm>
            <a:off x="2581836" y="5940909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DB0CC3B-2CF8-6E6D-F54D-8E54A67E6A47}"/>
              </a:ext>
            </a:extLst>
          </p:cNvPr>
          <p:cNvSpPr/>
          <p:nvPr/>
        </p:nvSpPr>
        <p:spPr>
          <a:xfrm>
            <a:off x="2581836" y="5028302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0EB2CBD-6C7C-C0D0-9366-64EDF1DFBF19}"/>
              </a:ext>
            </a:extLst>
          </p:cNvPr>
          <p:cNvSpPr/>
          <p:nvPr/>
        </p:nvSpPr>
        <p:spPr>
          <a:xfrm>
            <a:off x="6848611" y="5940909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44781EA-AC7F-BC17-90CA-B661BA4CE686}"/>
              </a:ext>
            </a:extLst>
          </p:cNvPr>
          <p:cNvSpPr/>
          <p:nvPr/>
        </p:nvSpPr>
        <p:spPr>
          <a:xfrm>
            <a:off x="6848611" y="5028302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chemeClr val="tx1"/>
                </a:solidFill>
              </a:ln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1BCEBBE-8C12-45A5-0C1D-2B81AB4ED954}"/>
                  </a:ext>
                </a:extLst>
              </p:cNvPr>
              <p:cNvSpPr txBox="1"/>
              <p:nvPr/>
            </p:nvSpPr>
            <p:spPr>
              <a:xfrm>
                <a:off x="8510042" y="487469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1BCEBBE-8C12-45A5-0C1D-2B81AB4ED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042" y="4874692"/>
                <a:ext cx="763793" cy="523220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1B54BAA-513B-C950-6686-654AD0E55060}"/>
                  </a:ext>
                </a:extLst>
              </p:cNvPr>
              <p:cNvSpPr txBox="1"/>
              <p:nvPr/>
            </p:nvSpPr>
            <p:spPr>
              <a:xfrm>
                <a:off x="5940013" y="896156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1B54BAA-513B-C950-6686-654AD0E55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013" y="896156"/>
                <a:ext cx="763793" cy="577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474C16E-EF0C-2FD8-38CB-31CE5CEAD04A}"/>
                  </a:ext>
                </a:extLst>
              </p:cNvPr>
              <p:cNvSpPr txBox="1"/>
              <p:nvPr/>
            </p:nvSpPr>
            <p:spPr>
              <a:xfrm>
                <a:off x="3827480" y="896156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E474C16E-EF0C-2FD8-38CB-31CE5CEAD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480" y="896156"/>
                <a:ext cx="763793" cy="577338"/>
              </a:xfrm>
              <a:prstGeom prst="rect">
                <a:avLst/>
              </a:prstGeom>
              <a:blipFill>
                <a:blip r:embed="rId5"/>
                <a:stretch>
                  <a:fillRect l="-163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3D35FBE-3069-F7DA-0308-29F16F06B417}"/>
                  </a:ext>
                </a:extLst>
              </p:cNvPr>
              <p:cNvSpPr txBox="1"/>
              <p:nvPr/>
            </p:nvSpPr>
            <p:spPr>
              <a:xfrm>
                <a:off x="3445583" y="476669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3D35FBE-3069-F7DA-0308-29F16F06B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83" y="4766692"/>
                <a:ext cx="763793" cy="523220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98DC9CF-A795-2196-3F1E-360939AD605F}"/>
                  </a:ext>
                </a:extLst>
              </p:cNvPr>
              <p:cNvSpPr txBox="1"/>
              <p:nvPr/>
            </p:nvSpPr>
            <p:spPr>
              <a:xfrm>
                <a:off x="5329071" y="476669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98DC9CF-A795-2196-3F1E-360939AD6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071" y="4766692"/>
                <a:ext cx="763793" cy="523220"/>
              </a:xfrm>
              <a:prstGeom prst="rect">
                <a:avLst/>
              </a:prstGeom>
              <a:blipFill>
                <a:blip r:embed="rId7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4F219E11-50CE-6699-01A4-2C470C4AB2AA}"/>
                  </a:ext>
                </a:extLst>
              </p:cNvPr>
              <p:cNvSpPr txBox="1"/>
              <p:nvPr/>
            </p:nvSpPr>
            <p:spPr>
              <a:xfrm>
                <a:off x="3221465" y="206566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4F219E11-50CE-6699-01A4-2C470C4A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465" y="2065660"/>
                <a:ext cx="7637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C7462485-3DD8-54E0-8C1A-96C757770286}"/>
                  </a:ext>
                </a:extLst>
              </p:cNvPr>
              <p:cNvSpPr txBox="1"/>
              <p:nvPr/>
            </p:nvSpPr>
            <p:spPr>
              <a:xfrm>
                <a:off x="5576044" y="206566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C7462485-3DD8-54E0-8C1A-96C757770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044" y="2065660"/>
                <a:ext cx="76379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7F97981-39A6-874E-C6A9-F2B228775820}"/>
                  </a:ext>
                </a:extLst>
              </p:cNvPr>
              <p:cNvSpPr txBox="1"/>
              <p:nvPr/>
            </p:nvSpPr>
            <p:spPr>
              <a:xfrm>
                <a:off x="7685889" y="309029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37F97981-39A6-874E-C6A9-F2B228775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889" y="3090292"/>
                <a:ext cx="763793" cy="523220"/>
              </a:xfrm>
              <a:prstGeom prst="rect">
                <a:avLst/>
              </a:prstGeom>
              <a:blipFill>
                <a:blip r:embed="rId10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A856242-0F05-C629-9CB5-6D3F23765DAF}"/>
              </a:ext>
            </a:extLst>
          </p:cNvPr>
          <p:cNvCxnSpPr>
            <a:cxnSpLocks/>
          </p:cNvCxnSpPr>
          <p:nvPr/>
        </p:nvCxnSpPr>
        <p:spPr>
          <a:xfrm flipV="1">
            <a:off x="2635836" y="5190666"/>
            <a:ext cx="0" cy="661494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2176C66B-4059-3937-656A-9E0131E2F9F0}"/>
                  </a:ext>
                </a:extLst>
              </p:cNvPr>
              <p:cNvSpPr txBox="1"/>
              <p:nvPr/>
            </p:nvSpPr>
            <p:spPr>
              <a:xfrm>
                <a:off x="9052558" y="2029274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2176C66B-4059-3937-656A-9E0131E2F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58" y="2029274"/>
                <a:ext cx="76379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6074800-BEA3-3835-9132-A79A01D0A31C}"/>
              </a:ext>
            </a:extLst>
          </p:cNvPr>
          <p:cNvCxnSpPr>
            <a:cxnSpLocks/>
          </p:cNvCxnSpPr>
          <p:nvPr/>
        </p:nvCxnSpPr>
        <p:spPr>
          <a:xfrm flipV="1">
            <a:off x="6915374" y="5190666"/>
            <a:ext cx="0" cy="661494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64A5FE84-90C9-7195-8B30-BD91F2D412C6}"/>
                  </a:ext>
                </a:extLst>
              </p:cNvPr>
              <p:cNvSpPr txBox="1"/>
              <p:nvPr/>
            </p:nvSpPr>
            <p:spPr>
              <a:xfrm>
                <a:off x="1846721" y="5068423"/>
                <a:ext cx="763793" cy="828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64A5FE84-90C9-7195-8B30-BD91F2D41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721" y="5068423"/>
                <a:ext cx="763793" cy="828112"/>
              </a:xfrm>
              <a:prstGeom prst="rect">
                <a:avLst/>
              </a:prstGeom>
              <a:blipFill>
                <a:blip r:embed="rId12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584C9CC-1E8D-EB62-F53E-E8062BE86B52}"/>
                  </a:ext>
                </a:extLst>
              </p:cNvPr>
              <p:cNvSpPr txBox="1"/>
              <p:nvPr/>
            </p:nvSpPr>
            <p:spPr>
              <a:xfrm>
                <a:off x="6877074" y="5068423"/>
                <a:ext cx="763793" cy="828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584C9CC-1E8D-EB62-F53E-E8062BE86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074" y="5068423"/>
                <a:ext cx="763793" cy="828112"/>
              </a:xfrm>
              <a:prstGeom prst="rect">
                <a:avLst/>
              </a:prstGeom>
              <a:blipFill>
                <a:blip r:embed="rId13"/>
                <a:stretch>
                  <a:fillRect r="-26230" b="-74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orma libre 42">
            <a:extLst>
              <a:ext uri="{FF2B5EF4-FFF2-40B4-BE49-F238E27FC236}">
                <a16:creationId xmlns:a16="http://schemas.microsoft.com/office/drawing/2014/main" id="{8DA10613-1CD3-9AE2-02B2-67B103EAD773}"/>
              </a:ext>
            </a:extLst>
          </p:cNvPr>
          <p:cNvSpPr/>
          <p:nvPr/>
        </p:nvSpPr>
        <p:spPr>
          <a:xfrm>
            <a:off x="3082256" y="5335793"/>
            <a:ext cx="424737" cy="408791"/>
          </a:xfrm>
          <a:custGeom>
            <a:avLst/>
            <a:gdLst>
              <a:gd name="connsiteX0" fmla="*/ 424737 w 424737"/>
              <a:gd name="connsiteY0" fmla="*/ 408791 h 408791"/>
              <a:gd name="connsiteX1" fmla="*/ 58977 w 424737"/>
              <a:gd name="connsiteY1" fmla="*/ 311972 h 408791"/>
              <a:gd name="connsiteX2" fmla="*/ 5189 w 424737"/>
              <a:gd name="connsiteY2" fmla="*/ 0 h 40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4737" h="408791">
                <a:moveTo>
                  <a:pt x="424737" y="408791"/>
                </a:moveTo>
                <a:cubicBezTo>
                  <a:pt x="276819" y="394447"/>
                  <a:pt x="128901" y="380104"/>
                  <a:pt x="58977" y="311972"/>
                </a:cubicBezTo>
                <a:cubicBezTo>
                  <a:pt x="-10947" y="243840"/>
                  <a:pt x="-2879" y="121920"/>
                  <a:pt x="5189" y="0"/>
                </a:cubicBezTo>
              </a:path>
            </a:pathLst>
          </a:custGeom>
          <a:noFill/>
          <a:ln w="19050">
            <a:headEnd type="none" w="med" len="med"/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4" name="Forma libre 43">
            <a:extLst>
              <a:ext uri="{FF2B5EF4-FFF2-40B4-BE49-F238E27FC236}">
                <a16:creationId xmlns:a16="http://schemas.microsoft.com/office/drawing/2014/main" id="{7A4D4A87-F3A4-BD6A-B314-A004BFBEBB74}"/>
              </a:ext>
            </a:extLst>
          </p:cNvPr>
          <p:cNvSpPr/>
          <p:nvPr/>
        </p:nvSpPr>
        <p:spPr>
          <a:xfrm flipH="1">
            <a:off x="6005918" y="5335792"/>
            <a:ext cx="424737" cy="408791"/>
          </a:xfrm>
          <a:custGeom>
            <a:avLst/>
            <a:gdLst>
              <a:gd name="connsiteX0" fmla="*/ 424737 w 424737"/>
              <a:gd name="connsiteY0" fmla="*/ 408791 h 408791"/>
              <a:gd name="connsiteX1" fmla="*/ 58977 w 424737"/>
              <a:gd name="connsiteY1" fmla="*/ 311972 h 408791"/>
              <a:gd name="connsiteX2" fmla="*/ 5189 w 424737"/>
              <a:gd name="connsiteY2" fmla="*/ 0 h 40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4737" h="408791">
                <a:moveTo>
                  <a:pt x="424737" y="408791"/>
                </a:moveTo>
                <a:cubicBezTo>
                  <a:pt x="276819" y="394447"/>
                  <a:pt x="128901" y="380104"/>
                  <a:pt x="58977" y="311972"/>
                </a:cubicBezTo>
                <a:cubicBezTo>
                  <a:pt x="-10947" y="243840"/>
                  <a:pt x="-2879" y="121920"/>
                  <a:pt x="5189" y="0"/>
                </a:cubicBezTo>
              </a:path>
            </a:pathLst>
          </a:custGeom>
          <a:noFill/>
          <a:ln w="19050">
            <a:headEnd type="none" w="med" len="med"/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B4C0737-5439-FF48-9A17-E28712D91560}"/>
                  </a:ext>
                </a:extLst>
              </p:cNvPr>
              <p:cNvSpPr txBox="1"/>
              <p:nvPr/>
            </p:nvSpPr>
            <p:spPr>
              <a:xfrm>
                <a:off x="2780841" y="5563491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B4C0737-5439-FF48-9A17-E28712D91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841" y="5563491"/>
                <a:ext cx="763793" cy="5773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7BC175F5-4177-22D9-646B-D4FEA8A5B091}"/>
                  </a:ext>
                </a:extLst>
              </p:cNvPr>
              <p:cNvSpPr txBox="1"/>
              <p:nvPr/>
            </p:nvSpPr>
            <p:spPr>
              <a:xfrm>
                <a:off x="5999623" y="5607866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7BC175F5-4177-22D9-646B-D4FEA8A5B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623" y="5607866"/>
                <a:ext cx="763793" cy="5773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71378B6-69BC-D7B3-5C94-13E450DD6F8B}"/>
              </a:ext>
            </a:extLst>
          </p:cNvPr>
          <p:cNvCxnSpPr>
            <a:cxnSpLocks/>
          </p:cNvCxnSpPr>
          <p:nvPr/>
        </p:nvCxnSpPr>
        <p:spPr>
          <a:xfrm flipV="1">
            <a:off x="9724911" y="4820985"/>
            <a:ext cx="0" cy="661494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1154F643-3B33-670E-2A1E-4D7C414AB02E}"/>
                  </a:ext>
                </a:extLst>
              </p:cNvPr>
              <p:cNvSpPr txBox="1"/>
              <p:nvPr/>
            </p:nvSpPr>
            <p:spPr>
              <a:xfrm>
                <a:off x="9596280" y="487469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1154F643-3B33-670E-2A1E-4D7C414AB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280" y="4874692"/>
                <a:ext cx="763793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1B907D1-E759-3865-4A7D-3ED00EE7E9BA}"/>
              </a:ext>
            </a:extLst>
          </p:cNvPr>
          <p:cNvCxnSpPr>
            <a:cxnSpLocks/>
          </p:cNvCxnSpPr>
          <p:nvPr/>
        </p:nvCxnSpPr>
        <p:spPr>
          <a:xfrm>
            <a:off x="3700631" y="3410331"/>
            <a:ext cx="99821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ED512F5-FB2C-390E-A9BC-ACA15328AF5C}"/>
              </a:ext>
            </a:extLst>
          </p:cNvPr>
          <p:cNvCxnSpPr>
            <a:cxnSpLocks/>
          </p:cNvCxnSpPr>
          <p:nvPr/>
        </p:nvCxnSpPr>
        <p:spPr>
          <a:xfrm>
            <a:off x="4698848" y="2327272"/>
            <a:ext cx="0" cy="10830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58A8599F-F2EE-5505-2C17-B4238433C510}"/>
              </a:ext>
            </a:extLst>
          </p:cNvPr>
          <p:cNvCxnSpPr>
            <a:cxnSpLocks/>
          </p:cNvCxnSpPr>
          <p:nvPr/>
        </p:nvCxnSpPr>
        <p:spPr>
          <a:xfrm>
            <a:off x="3827479" y="4029485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713BC162-20F8-DD0E-927F-06714A18FAFA}"/>
                  </a:ext>
                </a:extLst>
              </p:cNvPr>
              <p:cNvSpPr txBox="1"/>
              <p:nvPr/>
            </p:nvSpPr>
            <p:spPr>
              <a:xfrm>
                <a:off x="3752170" y="3961714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713BC162-20F8-DD0E-927F-06714A18F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170" y="3961714"/>
                <a:ext cx="763793" cy="57733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F2D9A39E-A1C0-8087-A1E1-C6A9E67D525E}"/>
              </a:ext>
            </a:extLst>
          </p:cNvPr>
          <p:cNvCxnSpPr>
            <a:cxnSpLocks/>
          </p:cNvCxnSpPr>
          <p:nvPr/>
        </p:nvCxnSpPr>
        <p:spPr>
          <a:xfrm>
            <a:off x="5710517" y="4029484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82012FA6-CC04-0530-0CDC-C567AD870625}"/>
                  </a:ext>
                </a:extLst>
              </p:cNvPr>
              <p:cNvSpPr txBox="1"/>
              <p:nvPr/>
            </p:nvSpPr>
            <p:spPr>
              <a:xfrm>
                <a:off x="5067522" y="3939754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82012FA6-CC04-0530-0CDC-C567AD870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522" y="3939754"/>
                <a:ext cx="763793" cy="577338"/>
              </a:xfrm>
              <a:prstGeom prst="rect">
                <a:avLst/>
              </a:prstGeom>
              <a:blipFill>
                <a:blip r:embed="rId1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DD835DD4-95AC-74D0-989B-FC7DD0D19130}"/>
                  </a:ext>
                </a:extLst>
              </p:cNvPr>
              <p:cNvSpPr txBox="1"/>
              <p:nvPr/>
            </p:nvSpPr>
            <p:spPr>
              <a:xfrm>
                <a:off x="5870758" y="2720410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DD835DD4-95AC-74D0-989B-FC7DD0D19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758" y="2720410"/>
                <a:ext cx="763793" cy="577338"/>
              </a:xfrm>
              <a:prstGeom prst="rect">
                <a:avLst/>
              </a:prstGeom>
              <a:blipFill>
                <a:blip r:embed="rId19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D07DA30A-AAE0-8B2D-5F8B-2931D184CCDF}"/>
              </a:ext>
            </a:extLst>
          </p:cNvPr>
          <p:cNvCxnSpPr>
            <a:cxnSpLocks/>
          </p:cNvCxnSpPr>
          <p:nvPr/>
        </p:nvCxnSpPr>
        <p:spPr>
          <a:xfrm rot="16200000">
            <a:off x="8685476" y="3846224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E33FB815-6405-7F06-F939-58464A07223B}"/>
              </a:ext>
            </a:extLst>
          </p:cNvPr>
          <p:cNvCxnSpPr>
            <a:cxnSpLocks/>
          </p:cNvCxnSpPr>
          <p:nvPr/>
        </p:nvCxnSpPr>
        <p:spPr>
          <a:xfrm>
            <a:off x="5957940" y="2788180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29B2DBD0-AB4A-8A3C-895B-E20D3B010B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03806" y="3298098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A634649F-C148-4854-5D54-4EA7DABA68F3}"/>
                  </a:ext>
                </a:extLst>
              </p:cNvPr>
              <p:cNvSpPr txBox="1"/>
              <p:nvPr/>
            </p:nvSpPr>
            <p:spPr>
              <a:xfrm>
                <a:off x="6368100" y="3440850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A634649F-C148-4854-5D54-4EA7DABA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00" y="3440850"/>
                <a:ext cx="763793" cy="5773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A228A77B-9B9F-1B69-1BDB-CFD2F5372410}"/>
              </a:ext>
            </a:extLst>
          </p:cNvPr>
          <p:cNvCxnSpPr>
            <a:cxnSpLocks/>
          </p:cNvCxnSpPr>
          <p:nvPr/>
        </p:nvCxnSpPr>
        <p:spPr>
          <a:xfrm>
            <a:off x="9435796" y="3189431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8EEA53BF-6B78-BBEA-D133-70D389D3AAEE}"/>
                  </a:ext>
                </a:extLst>
              </p:cNvPr>
              <p:cNvSpPr txBox="1"/>
              <p:nvPr/>
            </p:nvSpPr>
            <p:spPr>
              <a:xfrm>
                <a:off x="9343014" y="3138490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8EEA53BF-6B78-BBEA-D133-70D389D3A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014" y="3138490"/>
                <a:ext cx="763793" cy="5773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0460D770-B2B7-FE3C-FA95-398089169A50}"/>
                  </a:ext>
                </a:extLst>
              </p:cNvPr>
              <p:cNvSpPr txBox="1"/>
              <p:nvPr/>
            </p:nvSpPr>
            <p:spPr>
              <a:xfrm>
                <a:off x="8263055" y="3518997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0460D770-B2B7-FE3C-FA95-398089169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055" y="3518997"/>
                <a:ext cx="763793" cy="577338"/>
              </a:xfrm>
              <a:prstGeom prst="rect">
                <a:avLst/>
              </a:prstGeom>
              <a:blipFill>
                <a:blip r:embed="rId2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D32ADA34-613C-05FE-0312-6834FF858ADA}"/>
              </a:ext>
            </a:extLst>
          </p:cNvPr>
          <p:cNvCxnSpPr>
            <a:cxnSpLocks/>
          </p:cNvCxnSpPr>
          <p:nvPr/>
        </p:nvCxnSpPr>
        <p:spPr>
          <a:xfrm rot="5400000">
            <a:off x="8449682" y="2209054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2F5ED16E-C9AA-8348-3138-D5A6D2DE2828}"/>
              </a:ext>
            </a:extLst>
          </p:cNvPr>
          <p:cNvCxnSpPr>
            <a:cxnSpLocks/>
          </p:cNvCxnSpPr>
          <p:nvPr/>
        </p:nvCxnSpPr>
        <p:spPr>
          <a:xfrm>
            <a:off x="9434454" y="4250383"/>
            <a:ext cx="0" cy="441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9F516C19-7E5E-B026-5A51-16639625082C}"/>
                  </a:ext>
                </a:extLst>
              </p:cNvPr>
              <p:cNvSpPr txBox="1"/>
              <p:nvPr/>
            </p:nvSpPr>
            <p:spPr>
              <a:xfrm>
                <a:off x="9343014" y="4182613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9F516C19-7E5E-B026-5A51-16639625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014" y="4182613"/>
                <a:ext cx="763793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E6FD4BEB-B2C7-2CA0-DE99-78CEC584CF02}"/>
                  </a:ext>
                </a:extLst>
              </p:cNvPr>
              <p:cNvSpPr txBox="1"/>
              <p:nvPr/>
            </p:nvSpPr>
            <p:spPr>
              <a:xfrm>
                <a:off x="8122916" y="2378927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E6FD4BEB-B2C7-2CA0-DE99-78CEC584C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916" y="2378927"/>
                <a:ext cx="763793" cy="5773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90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A00C60-6915-8D1D-C064-9E19023D2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01" y="346321"/>
            <a:ext cx="6624598" cy="651167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90030AE-211D-84EB-6DE9-E5FAE7FB6436}"/>
              </a:ext>
            </a:extLst>
          </p:cNvPr>
          <p:cNvSpPr txBox="1"/>
          <p:nvPr/>
        </p:nvSpPr>
        <p:spPr>
          <a:xfrm>
            <a:off x="5640636" y="297455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339BB8B-8402-350D-8581-920CF2E884A9}"/>
                  </a:ext>
                </a:extLst>
              </p:cNvPr>
              <p:cNvSpPr txBox="1"/>
              <p:nvPr/>
            </p:nvSpPr>
            <p:spPr>
              <a:xfrm>
                <a:off x="2860819" y="1553378"/>
                <a:ext cx="41267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339BB8B-8402-350D-8581-920CF2E88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819" y="1553378"/>
                <a:ext cx="412677" cy="553998"/>
              </a:xfrm>
              <a:prstGeom prst="rect">
                <a:avLst/>
              </a:prstGeom>
              <a:blipFill>
                <a:blip r:embed="rId3"/>
                <a:stretch>
                  <a:fillRect l="-27273" r="-21212" b="-44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2614E82-7EBA-6398-91EA-98F219B4AAC7}"/>
                  </a:ext>
                </a:extLst>
              </p:cNvPr>
              <p:cNvSpPr txBox="1"/>
              <p:nvPr/>
            </p:nvSpPr>
            <p:spPr>
              <a:xfrm>
                <a:off x="2487255" y="5304622"/>
                <a:ext cx="786241" cy="602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2614E82-7EBA-6398-91EA-98F219B4A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255" y="5304622"/>
                <a:ext cx="786241" cy="602473"/>
              </a:xfrm>
              <a:prstGeom prst="rect">
                <a:avLst/>
              </a:prstGeom>
              <a:blipFill>
                <a:blip r:embed="rId4"/>
                <a:stretch>
                  <a:fillRect l="-11111" b="-1224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F0B736-C4EF-29A9-61A8-7CBB8F44BD15}"/>
                  </a:ext>
                </a:extLst>
              </p:cNvPr>
              <p:cNvSpPr txBox="1"/>
              <p:nvPr/>
            </p:nvSpPr>
            <p:spPr>
              <a:xfrm>
                <a:off x="6341323" y="5304622"/>
                <a:ext cx="786241" cy="605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F0B736-C4EF-29A9-61A8-7CBB8F44B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323" y="5304622"/>
                <a:ext cx="786241" cy="605294"/>
              </a:xfrm>
              <a:prstGeom prst="rect">
                <a:avLst/>
              </a:prstGeom>
              <a:blipFill>
                <a:blip r:embed="rId5"/>
                <a:stretch>
                  <a:fillRect l="-12698" b="-14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0D6894-A3F3-0726-0FFF-B0C9E5C06602}"/>
                  </a:ext>
                </a:extLst>
              </p:cNvPr>
              <p:cNvSpPr txBox="1"/>
              <p:nvPr/>
            </p:nvSpPr>
            <p:spPr>
              <a:xfrm>
                <a:off x="3273496" y="3933499"/>
                <a:ext cx="54348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0D6894-A3F3-0726-0FFF-B0C9E5C06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496" y="3933499"/>
                <a:ext cx="543482" cy="553998"/>
              </a:xfrm>
              <a:prstGeom prst="rect">
                <a:avLst/>
              </a:prstGeom>
              <a:blipFill>
                <a:blip r:embed="rId6"/>
                <a:stretch>
                  <a:fillRect l="-18182" r="-6818"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F30ED20-5011-7D82-D7B1-3187D3DFFBEC}"/>
                  </a:ext>
                </a:extLst>
              </p:cNvPr>
              <p:cNvSpPr txBox="1"/>
              <p:nvPr/>
            </p:nvSpPr>
            <p:spPr>
              <a:xfrm>
                <a:off x="5824259" y="3933499"/>
                <a:ext cx="54348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F30ED20-5011-7D82-D7B1-3187D3DFF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259" y="3933499"/>
                <a:ext cx="543482" cy="553998"/>
              </a:xfrm>
              <a:prstGeom prst="rect">
                <a:avLst/>
              </a:prstGeom>
              <a:blipFill>
                <a:blip r:embed="rId7"/>
                <a:stretch>
                  <a:fillRect l="-18182" r="-6818"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A8ACF65-BA44-150F-4647-A98ADF67DC5F}"/>
                  </a:ext>
                </a:extLst>
              </p:cNvPr>
              <p:cNvSpPr txBox="1"/>
              <p:nvPr/>
            </p:nvSpPr>
            <p:spPr>
              <a:xfrm>
                <a:off x="6405933" y="1276379"/>
                <a:ext cx="53277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A8ACF65-BA44-150F-4647-A98ADF67D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933" y="1276379"/>
                <a:ext cx="532774" cy="553998"/>
              </a:xfrm>
              <a:prstGeom prst="rect">
                <a:avLst/>
              </a:prstGeom>
              <a:blipFill>
                <a:blip r:embed="rId8"/>
                <a:stretch>
                  <a:fillRect l="-18605" r="-6977" b="-159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859403A-4C90-D67F-3C4A-2AFE87F13A1C}"/>
                  </a:ext>
                </a:extLst>
              </p:cNvPr>
              <p:cNvSpPr txBox="1"/>
              <p:nvPr/>
            </p:nvSpPr>
            <p:spPr>
              <a:xfrm>
                <a:off x="7630021" y="1276379"/>
                <a:ext cx="54348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859403A-4C90-D67F-3C4A-2AFE87F13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021" y="1276379"/>
                <a:ext cx="543482" cy="553998"/>
              </a:xfrm>
              <a:prstGeom prst="rect">
                <a:avLst/>
              </a:prstGeom>
              <a:blipFill>
                <a:blip r:embed="rId9"/>
                <a:stretch>
                  <a:fillRect l="-18182" r="-6818" b="-159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CBE06BA-B12D-2BD8-F250-1E23F0BC35B2}"/>
                  </a:ext>
                </a:extLst>
              </p:cNvPr>
              <p:cNvSpPr txBox="1"/>
              <p:nvPr/>
            </p:nvSpPr>
            <p:spPr>
              <a:xfrm>
                <a:off x="3152116" y="133780"/>
                <a:ext cx="102104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𝑅𝐸𝐺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CBE06BA-B12D-2BD8-F250-1E23F0BC3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116" y="133780"/>
                <a:ext cx="1021049" cy="553998"/>
              </a:xfrm>
              <a:prstGeom prst="rect">
                <a:avLst/>
              </a:prstGeom>
              <a:blipFill>
                <a:blip r:embed="rId10"/>
                <a:stretch>
                  <a:fillRect l="-9877" r="-2469"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D0E664-9CC6-5078-74F7-EC4FD316F759}"/>
                  </a:ext>
                </a:extLst>
              </p:cNvPr>
              <p:cNvSpPr txBox="1"/>
              <p:nvPr/>
            </p:nvSpPr>
            <p:spPr>
              <a:xfrm>
                <a:off x="5074951" y="406203"/>
                <a:ext cx="922304" cy="598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CD0E664-9CC6-5078-74F7-EC4FD316F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951" y="406203"/>
                <a:ext cx="922304" cy="598369"/>
              </a:xfrm>
              <a:prstGeom prst="rect">
                <a:avLst/>
              </a:prstGeom>
              <a:blipFill>
                <a:blip r:embed="rId11"/>
                <a:stretch>
                  <a:fillRect l="-10811" r="-6757" b="-229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67CCA5F-3123-AD5E-282B-530B5338F666}"/>
              </a:ext>
            </a:extLst>
          </p:cNvPr>
          <p:cNvCxnSpPr/>
          <p:nvPr/>
        </p:nvCxnSpPr>
        <p:spPr>
          <a:xfrm flipV="1">
            <a:off x="5640636" y="5304622"/>
            <a:ext cx="0" cy="919908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BA3BC10-0EDE-3E4A-02A9-0D88E7FAC758}"/>
                  </a:ext>
                </a:extLst>
              </p:cNvPr>
              <p:cNvSpPr txBox="1"/>
              <p:nvPr/>
            </p:nvSpPr>
            <p:spPr>
              <a:xfrm>
                <a:off x="4703651" y="5308726"/>
                <a:ext cx="956352" cy="669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s-AR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AR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BA3BC10-0EDE-3E4A-02A9-0D88E7FAC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651" y="5308726"/>
                <a:ext cx="956352" cy="669927"/>
              </a:xfrm>
              <a:prstGeom prst="rect">
                <a:avLst/>
              </a:prstGeom>
              <a:blipFill>
                <a:blip r:embed="rId12"/>
                <a:stretch>
                  <a:fillRect l="-10526" b="-1509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co 20">
            <a:extLst>
              <a:ext uri="{FF2B5EF4-FFF2-40B4-BE49-F238E27FC236}">
                <a16:creationId xmlns:a16="http://schemas.microsoft.com/office/drawing/2014/main" id="{B0E7037C-2A47-464A-F0D0-1398AD956F9B}"/>
              </a:ext>
            </a:extLst>
          </p:cNvPr>
          <p:cNvSpPr/>
          <p:nvPr/>
        </p:nvSpPr>
        <p:spPr>
          <a:xfrm rot="9665625">
            <a:off x="5362262" y="4103355"/>
            <a:ext cx="910184" cy="881349"/>
          </a:xfrm>
          <a:prstGeom prst="arc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AAB2838-F0D9-3785-1D7A-A5995BA3BA6B}"/>
                  </a:ext>
                </a:extLst>
              </p:cNvPr>
              <p:cNvSpPr txBox="1"/>
              <p:nvPr/>
            </p:nvSpPr>
            <p:spPr>
              <a:xfrm>
                <a:off x="4578497" y="4457555"/>
                <a:ext cx="955646" cy="605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s-AR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AAB2838-F0D9-3785-1D7A-A5995BA3B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497" y="4457555"/>
                <a:ext cx="955646" cy="605294"/>
              </a:xfrm>
              <a:prstGeom prst="rect">
                <a:avLst/>
              </a:prstGeom>
              <a:blipFill>
                <a:blip r:embed="rId13"/>
                <a:stretch>
                  <a:fillRect l="-10526" b="-1632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061AAFC-46B5-F0B7-6949-FA4C0C06E7A3}"/>
              </a:ext>
            </a:extLst>
          </p:cNvPr>
          <p:cNvCxnSpPr>
            <a:cxnSpLocks/>
          </p:cNvCxnSpPr>
          <p:nvPr/>
        </p:nvCxnSpPr>
        <p:spPr>
          <a:xfrm>
            <a:off x="6421185" y="3429000"/>
            <a:ext cx="0" cy="1875622"/>
          </a:xfrm>
          <a:prstGeom prst="straightConnector1">
            <a:avLst/>
          </a:prstGeom>
          <a:ln w="28575">
            <a:solidFill>
              <a:srgbClr val="FF0000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9DF2ABAD-7BA5-7668-F586-5B34CC571582}"/>
                  </a:ext>
                </a:extLst>
              </p:cNvPr>
              <p:cNvSpPr txBox="1"/>
              <p:nvPr/>
            </p:nvSpPr>
            <p:spPr>
              <a:xfrm>
                <a:off x="6470544" y="4124146"/>
                <a:ext cx="637932" cy="605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s-AR" sz="3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9DF2ABAD-7BA5-7668-F586-5B34CC571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544" y="4124146"/>
                <a:ext cx="637932" cy="605294"/>
              </a:xfrm>
              <a:prstGeom prst="rect">
                <a:avLst/>
              </a:prstGeom>
              <a:blipFill>
                <a:blip r:embed="rId14"/>
                <a:stretch>
                  <a:fillRect l="-15686" r="-1961" b="-14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2C6A896-0FFE-28D9-1857-CEC7BFB10ED2}"/>
              </a:ext>
            </a:extLst>
          </p:cNvPr>
          <p:cNvCxnSpPr>
            <a:cxnSpLocks/>
          </p:cNvCxnSpPr>
          <p:nvPr/>
        </p:nvCxnSpPr>
        <p:spPr>
          <a:xfrm>
            <a:off x="3809258" y="1449208"/>
            <a:ext cx="0" cy="919908"/>
          </a:xfrm>
          <a:prstGeom prst="straightConnector1">
            <a:avLst/>
          </a:prstGeom>
          <a:ln w="28575">
            <a:solidFill>
              <a:srgbClr val="FF0000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34CEE4D7-4F6F-17E2-9C9F-A60FA937C82E}"/>
                  </a:ext>
                </a:extLst>
              </p:cNvPr>
              <p:cNvSpPr txBox="1"/>
              <p:nvPr/>
            </p:nvSpPr>
            <p:spPr>
              <a:xfrm>
                <a:off x="3854199" y="1606515"/>
                <a:ext cx="50244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34CEE4D7-4F6F-17E2-9C9F-A60FA937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199" y="1606515"/>
                <a:ext cx="502445" cy="553998"/>
              </a:xfrm>
              <a:prstGeom prst="rect">
                <a:avLst/>
              </a:prstGeom>
              <a:blipFill>
                <a:blip r:embed="rId15"/>
                <a:stretch>
                  <a:fillRect l="-19512" r="-4878" b="-159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C3F119B-8BC5-F5D8-68BB-4E2E25D402FE}"/>
              </a:ext>
            </a:extLst>
          </p:cNvPr>
          <p:cNvCxnSpPr>
            <a:cxnSpLocks/>
          </p:cNvCxnSpPr>
          <p:nvPr/>
        </p:nvCxnSpPr>
        <p:spPr>
          <a:xfrm>
            <a:off x="6839555" y="686607"/>
            <a:ext cx="0" cy="589772"/>
          </a:xfrm>
          <a:prstGeom prst="straightConnector1">
            <a:avLst/>
          </a:prstGeom>
          <a:ln w="28575">
            <a:solidFill>
              <a:srgbClr val="FF0000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30A717A-250C-DABE-9094-1851F5F6248A}"/>
                  </a:ext>
                </a:extLst>
              </p:cNvPr>
              <p:cNvSpPr txBox="1"/>
              <p:nvPr/>
            </p:nvSpPr>
            <p:spPr>
              <a:xfrm>
                <a:off x="6892938" y="671085"/>
                <a:ext cx="637932" cy="601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 lang="es-AR" sz="3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30A717A-250C-DABE-9094-1851F5F62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938" y="671085"/>
                <a:ext cx="637932" cy="601640"/>
              </a:xfrm>
              <a:prstGeom prst="rect">
                <a:avLst/>
              </a:prstGeom>
              <a:blipFill>
                <a:blip r:embed="rId16"/>
                <a:stretch>
                  <a:fillRect l="-15686" b="-1224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59DCA42-6A03-6B56-A04A-21206063C255}"/>
                  </a:ext>
                </a:extLst>
              </p:cNvPr>
              <p:cNvSpPr txBox="1"/>
              <p:nvPr/>
            </p:nvSpPr>
            <p:spPr>
              <a:xfrm rot="5400000">
                <a:off x="6613531" y="85468"/>
                <a:ext cx="45204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59DCA42-6A03-6B56-A04A-21206063C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613531" y="85468"/>
                <a:ext cx="452047" cy="553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ED0DF52-E9C0-D6AF-CB68-B6796108DEAA}"/>
                  </a:ext>
                </a:extLst>
              </p:cNvPr>
              <p:cNvSpPr txBox="1"/>
              <p:nvPr/>
            </p:nvSpPr>
            <p:spPr>
              <a:xfrm rot="5400000">
                <a:off x="7759404" y="85468"/>
                <a:ext cx="45204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ED0DF52-E9C0-D6AF-CB68-B6796108D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759404" y="85468"/>
                <a:ext cx="452047" cy="5539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5F5C05E5-5653-BC26-7C7B-504B6687BC51}"/>
              </a:ext>
            </a:extLst>
          </p:cNvPr>
          <p:cNvCxnSpPr/>
          <p:nvPr/>
        </p:nvCxnSpPr>
        <p:spPr>
          <a:xfrm flipV="1">
            <a:off x="2783701" y="1389376"/>
            <a:ext cx="0" cy="919908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DB0B75A-24FD-D55D-4760-D873B9D4FCCB}"/>
                  </a:ext>
                </a:extLst>
              </p:cNvPr>
              <p:cNvSpPr txBox="1"/>
              <p:nvPr/>
            </p:nvSpPr>
            <p:spPr>
              <a:xfrm>
                <a:off x="2201682" y="1566244"/>
                <a:ext cx="58201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DB0B75A-24FD-D55D-4760-D873B9D4F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682" y="1566244"/>
                <a:ext cx="582018" cy="553998"/>
              </a:xfrm>
              <a:prstGeom prst="rect">
                <a:avLst/>
              </a:prstGeom>
              <a:blipFill>
                <a:blip r:embed="rId19"/>
                <a:stretch>
                  <a:fillRect l="-17021" r="-4255"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72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60C9566-D330-F35D-7075-6DCBD4B751B6}"/>
              </a:ext>
            </a:extLst>
          </p:cNvPr>
          <p:cNvCxnSpPr/>
          <p:nvPr/>
        </p:nvCxnSpPr>
        <p:spPr>
          <a:xfrm flipV="1">
            <a:off x="5651653" y="1156771"/>
            <a:ext cx="0" cy="47042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E673417-47A6-B65B-E869-A9AFF0BAB5F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04053" y="1309171"/>
            <a:ext cx="0" cy="47042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729A33F-FD86-2E63-9B19-334DB53CBFA0}"/>
                  </a:ext>
                </a:extLst>
              </p:cNvPr>
              <p:cNvSpPr txBox="1"/>
              <p:nvPr/>
            </p:nvSpPr>
            <p:spPr>
              <a:xfrm>
                <a:off x="8156154" y="3508872"/>
                <a:ext cx="4694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729A33F-FD86-2E63-9B19-334DB53CB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154" y="3508872"/>
                <a:ext cx="469423" cy="430887"/>
              </a:xfrm>
              <a:prstGeom prst="rect">
                <a:avLst/>
              </a:prstGeom>
              <a:blipFill>
                <a:blip r:embed="rId2"/>
                <a:stretch>
                  <a:fillRect l="-15789" r="-2632" b="-114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09765E1-3327-BBE8-71BF-5A57413CB960}"/>
                  </a:ext>
                </a:extLst>
              </p:cNvPr>
              <p:cNvSpPr txBox="1"/>
              <p:nvPr/>
            </p:nvSpPr>
            <p:spPr>
              <a:xfrm>
                <a:off x="5662663" y="941327"/>
                <a:ext cx="37640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09765E1-3327-BBE8-71BF-5A57413CB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663" y="941327"/>
                <a:ext cx="376405" cy="430887"/>
              </a:xfrm>
              <a:prstGeom prst="rect">
                <a:avLst/>
              </a:prstGeom>
              <a:blipFill>
                <a:blip r:embed="rId3"/>
                <a:stretch>
                  <a:fillRect l="-12903" r="-12903" b="-27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D62D689-2569-C089-BB28-E19522736D9A}"/>
              </a:ext>
            </a:extLst>
          </p:cNvPr>
          <p:cNvCxnSpPr>
            <a:cxnSpLocks/>
          </p:cNvCxnSpPr>
          <p:nvPr/>
        </p:nvCxnSpPr>
        <p:spPr>
          <a:xfrm flipV="1">
            <a:off x="5375774" y="1372214"/>
            <a:ext cx="720226" cy="44887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45269B1-FE17-8A8D-1674-E4ECB081B90E}"/>
              </a:ext>
            </a:extLst>
          </p:cNvPr>
          <p:cNvCxnSpPr/>
          <p:nvPr/>
        </p:nvCxnSpPr>
        <p:spPr>
          <a:xfrm>
            <a:off x="5585545" y="4186410"/>
            <a:ext cx="1542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B389115-B5B1-4231-2950-2747253D59BB}"/>
                  </a:ext>
                </a:extLst>
              </p:cNvPr>
              <p:cNvSpPr txBox="1"/>
              <p:nvPr/>
            </p:nvSpPr>
            <p:spPr>
              <a:xfrm>
                <a:off x="5735887" y="4055064"/>
                <a:ext cx="880754" cy="470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B389115-B5B1-4231-2950-2747253D5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887" y="4055064"/>
                <a:ext cx="880754" cy="470706"/>
              </a:xfrm>
              <a:prstGeom prst="rect">
                <a:avLst/>
              </a:prstGeom>
              <a:blipFill>
                <a:blip r:embed="rId4"/>
                <a:stretch>
                  <a:fillRect l="-1429" b="-1315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56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FB5F2C-B457-A367-B747-91EC85A3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13927"/>
            <a:ext cx="7772400" cy="62440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C8A816D-48D1-FBFF-2A5B-A835658703AC}"/>
                  </a:ext>
                </a:extLst>
              </p:cNvPr>
              <p:cNvSpPr txBox="1"/>
              <p:nvPr/>
            </p:nvSpPr>
            <p:spPr>
              <a:xfrm>
                <a:off x="2373183" y="190224"/>
                <a:ext cx="102104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𝑅𝐸𝐺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C8A816D-48D1-FBFF-2A5B-A8356587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183" y="190224"/>
                <a:ext cx="1021049" cy="553998"/>
              </a:xfrm>
              <a:prstGeom prst="rect">
                <a:avLst/>
              </a:prstGeom>
              <a:blipFill>
                <a:blip r:embed="rId3"/>
                <a:stretch>
                  <a:fillRect l="-8537" r="-1220" b="-1555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04967DF-4AED-A510-87CD-F0BF41807057}"/>
                  </a:ext>
                </a:extLst>
              </p:cNvPr>
              <p:cNvSpPr txBox="1"/>
              <p:nvPr/>
            </p:nvSpPr>
            <p:spPr>
              <a:xfrm>
                <a:off x="2794595" y="3646114"/>
                <a:ext cx="922304" cy="598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04967DF-4AED-A510-87CD-F0BF41807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595" y="3646114"/>
                <a:ext cx="922304" cy="598369"/>
              </a:xfrm>
              <a:prstGeom prst="rect">
                <a:avLst/>
              </a:prstGeom>
              <a:blipFill>
                <a:blip r:embed="rId4"/>
                <a:stretch>
                  <a:fillRect l="-9459" r="-6757" b="-229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9AE5CB-E4EC-AF07-4293-370CF9777FCE}"/>
                  </a:ext>
                </a:extLst>
              </p:cNvPr>
              <p:cNvSpPr txBox="1"/>
              <p:nvPr/>
            </p:nvSpPr>
            <p:spPr>
              <a:xfrm>
                <a:off x="4382561" y="4326425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9AE5CB-E4EC-AF07-4293-370CF9777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561" y="4326425"/>
                <a:ext cx="763793" cy="646331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CCCD1C7-0982-D987-15A2-21782BDEE952}"/>
                  </a:ext>
                </a:extLst>
              </p:cNvPr>
              <p:cNvSpPr txBox="1"/>
              <p:nvPr/>
            </p:nvSpPr>
            <p:spPr>
              <a:xfrm>
                <a:off x="5332207" y="4317917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CCCD1C7-0982-D987-15A2-21782BDEE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207" y="4317917"/>
                <a:ext cx="763793" cy="646331"/>
              </a:xfrm>
              <a:prstGeom prst="rect">
                <a:avLst/>
              </a:prstGeom>
              <a:blipFill>
                <a:blip r:embed="rId6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CFCB9F6-ECEB-3122-AC35-6AB8B687421E}"/>
                  </a:ext>
                </a:extLst>
              </p:cNvPr>
              <p:cNvSpPr txBox="1"/>
              <p:nvPr/>
            </p:nvSpPr>
            <p:spPr>
              <a:xfrm>
                <a:off x="7921627" y="2661314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CFCB9F6-ECEB-3122-AC35-6AB8B6874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627" y="2661314"/>
                <a:ext cx="763793" cy="646331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574067F-F984-B3F1-2F78-C3236C4B92CB}"/>
                  </a:ext>
                </a:extLst>
              </p:cNvPr>
              <p:cNvSpPr txBox="1"/>
              <p:nvPr/>
            </p:nvSpPr>
            <p:spPr>
              <a:xfrm>
                <a:off x="9479494" y="1758203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574067F-F984-B3F1-2F78-C3236C4B9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9494" y="1758203"/>
                <a:ext cx="763793" cy="646331"/>
              </a:xfrm>
              <a:prstGeom prst="rect">
                <a:avLst/>
              </a:prstGeom>
              <a:blipFill>
                <a:blip r:embed="rId8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8CECA6B-7A8D-172D-F782-6FF24365F726}"/>
                  </a:ext>
                </a:extLst>
              </p:cNvPr>
              <p:cNvSpPr txBox="1"/>
              <p:nvPr/>
            </p:nvSpPr>
            <p:spPr>
              <a:xfrm>
                <a:off x="8871287" y="5473564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08CECA6B-7A8D-172D-F782-6FF24365F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287" y="5473564"/>
                <a:ext cx="763793" cy="646331"/>
              </a:xfrm>
              <a:prstGeom prst="rect">
                <a:avLst/>
              </a:prstGeom>
              <a:blipFill>
                <a:blip r:embed="rId9"/>
                <a:stretch>
                  <a:fillRect l="-3279" b="-588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FA1DAD0-7C74-B2F1-E7C9-3541BD31E54A}"/>
                  </a:ext>
                </a:extLst>
              </p:cNvPr>
              <p:cNvSpPr txBox="1"/>
              <p:nvPr/>
            </p:nvSpPr>
            <p:spPr>
              <a:xfrm>
                <a:off x="5332207" y="5587958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7FA1DAD0-7C74-B2F1-E7C9-3541BD31E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207" y="5587958"/>
                <a:ext cx="763793" cy="646331"/>
              </a:xfrm>
              <a:prstGeom prst="rect">
                <a:avLst/>
              </a:prstGeom>
              <a:blipFill>
                <a:blip r:embed="rId10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33CBD82-5FAD-AF37-1553-7012B0948E55}"/>
                  </a:ext>
                </a:extLst>
              </p:cNvPr>
              <p:cNvSpPr txBox="1"/>
              <p:nvPr/>
            </p:nvSpPr>
            <p:spPr>
              <a:xfrm>
                <a:off x="6096000" y="1653780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33CBD82-5FAD-AF37-1553-7012B0948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53780"/>
                <a:ext cx="763793" cy="646331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152410F-05F7-8373-03DE-6068CAB76E52}"/>
              </a:ext>
            </a:extLst>
          </p:cNvPr>
          <p:cNvCxnSpPr/>
          <p:nvPr/>
        </p:nvCxnSpPr>
        <p:spPr>
          <a:xfrm flipV="1">
            <a:off x="10099747" y="5338447"/>
            <a:ext cx="0" cy="919908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9ADC39F-C3CD-C27A-49CF-8A47DB21D3A0}"/>
                  </a:ext>
                </a:extLst>
              </p:cNvPr>
              <p:cNvSpPr txBox="1"/>
              <p:nvPr/>
            </p:nvSpPr>
            <p:spPr>
              <a:xfrm>
                <a:off x="10099747" y="5473564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9ADC39F-C3CD-C27A-49CF-8A47DB21D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747" y="5473564"/>
                <a:ext cx="763793" cy="646331"/>
              </a:xfrm>
              <a:prstGeom prst="rect">
                <a:avLst/>
              </a:prstGeom>
              <a:blipFill>
                <a:blip r:embed="rId12"/>
                <a:stretch>
                  <a:fillRect l="-3279" b="-588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68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F728157-250C-CAD7-AE0B-4ADF4C96B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356" y="0"/>
            <a:ext cx="6509288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18608F6-4A9B-32E0-7C96-7D4CE7A38A2B}"/>
                  </a:ext>
                </a:extLst>
              </p:cNvPr>
              <p:cNvSpPr txBox="1"/>
              <p:nvPr/>
            </p:nvSpPr>
            <p:spPr>
              <a:xfrm>
                <a:off x="4303539" y="3581359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18608F6-4A9B-32E0-7C96-7D4CE7A38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539" y="3581359"/>
                <a:ext cx="76379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31ED9DF-B12A-4F12-84F0-24C58DD4E30A}"/>
                  </a:ext>
                </a:extLst>
              </p:cNvPr>
              <p:cNvSpPr txBox="1"/>
              <p:nvPr/>
            </p:nvSpPr>
            <p:spPr>
              <a:xfrm>
                <a:off x="5445096" y="3581359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31ED9DF-B12A-4F12-84F0-24C58DD4E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096" y="3581359"/>
                <a:ext cx="76379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69AB9F8-5242-EC4A-2114-B6D7212A59E1}"/>
                  </a:ext>
                </a:extLst>
              </p:cNvPr>
              <p:cNvSpPr txBox="1"/>
              <p:nvPr/>
            </p:nvSpPr>
            <p:spPr>
              <a:xfrm>
                <a:off x="4135864" y="135446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69AB9F8-5242-EC4A-2114-B6D7212A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864" y="1354460"/>
                <a:ext cx="763793" cy="523220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95CFAAD-E533-0B68-0D35-53E4992973B7}"/>
                  </a:ext>
                </a:extLst>
              </p:cNvPr>
              <p:cNvSpPr txBox="1"/>
              <p:nvPr/>
            </p:nvSpPr>
            <p:spPr>
              <a:xfrm>
                <a:off x="5714103" y="135446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95CFAAD-E533-0B68-0D35-53E499297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103" y="1354460"/>
                <a:ext cx="763793" cy="523220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A9B59C6-DB54-1511-EE25-FF646D666E2E}"/>
                  </a:ext>
                </a:extLst>
              </p:cNvPr>
              <p:cNvSpPr txBox="1"/>
              <p:nvPr/>
            </p:nvSpPr>
            <p:spPr>
              <a:xfrm>
                <a:off x="7437533" y="2345225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A9B59C6-DB54-1511-EE25-FF646D666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533" y="2345225"/>
                <a:ext cx="76379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93153CB-1DEE-5506-EFAB-ED147899A174}"/>
                  </a:ext>
                </a:extLst>
              </p:cNvPr>
              <p:cNvSpPr txBox="1"/>
              <p:nvPr/>
            </p:nvSpPr>
            <p:spPr>
              <a:xfrm>
                <a:off x="8612177" y="161607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93153CB-1DEE-5506-EFAB-ED147899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77" y="1616070"/>
                <a:ext cx="763793" cy="523220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17F4BED-764E-941E-D773-727F05C786E8}"/>
                  </a:ext>
                </a:extLst>
              </p:cNvPr>
              <p:cNvSpPr txBox="1"/>
              <p:nvPr/>
            </p:nvSpPr>
            <p:spPr>
              <a:xfrm>
                <a:off x="8058486" y="4806959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17F4BED-764E-941E-D773-727F05C78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486" y="4806959"/>
                <a:ext cx="763793" cy="523220"/>
              </a:xfrm>
              <a:prstGeom prst="rect">
                <a:avLst/>
              </a:prstGeom>
              <a:blipFill>
                <a:blip r:embed="rId9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7D64D43-1CA8-F8A4-88F0-278A8BC6326F}"/>
                  </a:ext>
                </a:extLst>
              </p:cNvPr>
              <p:cNvSpPr txBox="1"/>
              <p:nvPr/>
            </p:nvSpPr>
            <p:spPr>
              <a:xfrm>
                <a:off x="3756439" y="539269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7D64D43-1CA8-F8A4-88F0-278A8BC6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439" y="539269"/>
                <a:ext cx="763793" cy="577338"/>
              </a:xfrm>
              <a:prstGeom prst="rect">
                <a:avLst/>
              </a:prstGeom>
              <a:blipFill>
                <a:blip r:embed="rId10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ED1A2D1-EC06-19C3-6EE2-9DC38DF6F1FF}"/>
                  </a:ext>
                </a:extLst>
              </p:cNvPr>
              <p:cNvSpPr txBox="1"/>
              <p:nvPr/>
            </p:nvSpPr>
            <p:spPr>
              <a:xfrm>
                <a:off x="5985169" y="539269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ED1A2D1-EC06-19C3-6EE2-9DC38DF6F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169" y="539269"/>
                <a:ext cx="763793" cy="577338"/>
              </a:xfrm>
              <a:prstGeom prst="rect">
                <a:avLst/>
              </a:prstGeom>
              <a:blipFill>
                <a:blip r:embed="rId11"/>
                <a:stretch>
                  <a:fillRect l="-1639" b="-2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A3A6E2C-22FA-1155-5BB1-44E92B40F04B}"/>
                  </a:ext>
                </a:extLst>
              </p:cNvPr>
              <p:cNvSpPr txBox="1"/>
              <p:nvPr/>
            </p:nvSpPr>
            <p:spPr>
              <a:xfrm>
                <a:off x="2408233" y="5790044"/>
                <a:ext cx="613053" cy="468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A3A6E2C-22FA-1155-5BB1-44E92B40F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233" y="5790044"/>
                <a:ext cx="613053" cy="468526"/>
              </a:xfrm>
              <a:prstGeom prst="rect">
                <a:avLst/>
              </a:prstGeom>
              <a:blipFill>
                <a:blip r:embed="rId12"/>
                <a:stretch>
                  <a:fillRect l="-12000" b="-162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35B9E70-1EB2-629F-B2F3-52B211568097}"/>
                  </a:ext>
                </a:extLst>
              </p:cNvPr>
              <p:cNvSpPr txBox="1"/>
              <p:nvPr/>
            </p:nvSpPr>
            <p:spPr>
              <a:xfrm>
                <a:off x="4685435" y="5784524"/>
                <a:ext cx="613053" cy="470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sz="14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35B9E70-1EB2-629F-B2F3-52B21156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435" y="5784524"/>
                <a:ext cx="613053" cy="470706"/>
              </a:xfrm>
              <a:prstGeom prst="rect">
                <a:avLst/>
              </a:prstGeom>
              <a:blipFill>
                <a:blip r:embed="rId13"/>
                <a:stretch>
                  <a:fillRect l="-14286" b="-1315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6012732-52DC-241E-DBA1-E9A3B800DD8A}"/>
                  </a:ext>
                </a:extLst>
              </p:cNvPr>
              <p:cNvSpPr txBox="1"/>
              <p:nvPr/>
            </p:nvSpPr>
            <p:spPr>
              <a:xfrm>
                <a:off x="2655281" y="2248692"/>
                <a:ext cx="3214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6012732-52DC-241E-DBA1-E9A3B800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281" y="2248692"/>
                <a:ext cx="321498" cy="430887"/>
              </a:xfrm>
              <a:prstGeom prst="rect">
                <a:avLst/>
              </a:prstGeom>
              <a:blipFill>
                <a:blip r:embed="rId14"/>
                <a:stretch>
                  <a:fillRect l="-26923" r="-23077" b="-28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BA5AAA4-B54F-DFDE-C85C-21871375214F}"/>
                  </a:ext>
                </a:extLst>
              </p:cNvPr>
              <p:cNvSpPr txBox="1"/>
              <p:nvPr/>
            </p:nvSpPr>
            <p:spPr>
              <a:xfrm>
                <a:off x="3343813" y="3196308"/>
                <a:ext cx="719621" cy="465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BA5AAA4-B54F-DFDE-C85C-218713752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813" y="3196308"/>
                <a:ext cx="719621" cy="465384"/>
              </a:xfrm>
              <a:prstGeom prst="rect">
                <a:avLst/>
              </a:prstGeom>
              <a:blipFill>
                <a:blip r:embed="rId15"/>
                <a:stretch>
                  <a:fillRect l="-12069" r="-5172" b="-236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445A791-3AF4-11E8-ACE7-BFF55C6C5138}"/>
                  </a:ext>
                </a:extLst>
              </p:cNvPr>
              <p:cNvSpPr txBox="1"/>
              <p:nvPr/>
            </p:nvSpPr>
            <p:spPr>
              <a:xfrm>
                <a:off x="9270694" y="0"/>
                <a:ext cx="796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𝑅𝐸𝐺</m:t>
                          </m:r>
                        </m:sub>
                      </m:sSub>
                    </m:oMath>
                  </m:oMathPara>
                </a14:m>
                <a:endParaRPr lang="es-AR" sz="140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445A791-3AF4-11E8-ACE7-BFF55C6C5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694" y="0"/>
                <a:ext cx="796179" cy="430887"/>
              </a:xfrm>
              <a:prstGeom prst="rect">
                <a:avLst/>
              </a:prstGeom>
              <a:blipFill>
                <a:blip r:embed="rId16"/>
                <a:stretch>
                  <a:fillRect l="-11111" r="-3175" b="-14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1DCA46B3-8396-835E-6500-D5903291E115}"/>
              </a:ext>
            </a:extLst>
          </p:cNvPr>
          <p:cNvCxnSpPr/>
          <p:nvPr/>
        </p:nvCxnSpPr>
        <p:spPr>
          <a:xfrm flipV="1">
            <a:off x="9101361" y="4627247"/>
            <a:ext cx="0" cy="919908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C304BAA-C458-8671-1E20-CDB0E2F3A545}"/>
                  </a:ext>
                </a:extLst>
              </p:cNvPr>
              <p:cNvSpPr txBox="1"/>
              <p:nvPr/>
            </p:nvSpPr>
            <p:spPr>
              <a:xfrm>
                <a:off x="9108289" y="4825591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C304BAA-C458-8671-1E20-CDB0E2F3A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289" y="4825591"/>
                <a:ext cx="763793" cy="523220"/>
              </a:xfrm>
              <a:prstGeom prst="rect">
                <a:avLst/>
              </a:prstGeom>
              <a:blipFill>
                <a:blip r:embed="rId17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D013E35-F241-92CF-9DC8-F8E9A8E48403}"/>
                  </a:ext>
                </a:extLst>
              </p:cNvPr>
              <p:cNvSpPr txBox="1"/>
              <p:nvPr/>
            </p:nvSpPr>
            <p:spPr>
              <a:xfrm>
                <a:off x="2765022" y="4975170"/>
                <a:ext cx="4235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D013E35-F241-92CF-9DC8-F8E9A8E48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022" y="4975170"/>
                <a:ext cx="423513" cy="430887"/>
              </a:xfrm>
              <a:prstGeom prst="rect">
                <a:avLst/>
              </a:prstGeom>
              <a:blipFill>
                <a:blip r:embed="rId18"/>
                <a:stretch>
                  <a:fillRect l="-17143" r="-2857" b="-114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4C5039C-70AF-F87A-0F19-BAC37E31F7EA}"/>
                  </a:ext>
                </a:extLst>
              </p:cNvPr>
              <p:cNvSpPr txBox="1"/>
              <p:nvPr/>
            </p:nvSpPr>
            <p:spPr>
              <a:xfrm>
                <a:off x="4504970" y="4975170"/>
                <a:ext cx="4235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4C5039C-70AF-F87A-0F19-BAC37E31F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970" y="4975170"/>
                <a:ext cx="423513" cy="430887"/>
              </a:xfrm>
              <a:prstGeom prst="rect">
                <a:avLst/>
              </a:prstGeom>
              <a:blipFill>
                <a:blip r:embed="rId19"/>
                <a:stretch>
                  <a:fillRect l="-17647" r="-8824"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4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D2752CE-BEAC-73A2-9B4A-72C13F5A0D47}"/>
              </a:ext>
            </a:extLst>
          </p:cNvPr>
          <p:cNvSpPr/>
          <p:nvPr/>
        </p:nvSpPr>
        <p:spPr>
          <a:xfrm>
            <a:off x="4865077" y="1512277"/>
            <a:ext cx="1805354" cy="15005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02A8185-9A87-02FB-AF82-448B3E0767FC}"/>
              </a:ext>
            </a:extLst>
          </p:cNvPr>
          <p:cNvSpPr/>
          <p:nvPr/>
        </p:nvSpPr>
        <p:spPr>
          <a:xfrm>
            <a:off x="5322277" y="3845170"/>
            <a:ext cx="890954" cy="82061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F58C110-8C9F-7177-97CC-44894BB8D4EB}"/>
              </a:ext>
            </a:extLst>
          </p:cNvPr>
          <p:cNvCxnSpPr/>
          <p:nvPr/>
        </p:nvCxnSpPr>
        <p:spPr>
          <a:xfrm flipH="1">
            <a:off x="2344615" y="1946031"/>
            <a:ext cx="25204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3727150-D858-58ED-7814-EC9D443E88E9}"/>
              </a:ext>
            </a:extLst>
          </p:cNvPr>
          <p:cNvCxnSpPr/>
          <p:nvPr/>
        </p:nvCxnSpPr>
        <p:spPr>
          <a:xfrm>
            <a:off x="2344615" y="1946031"/>
            <a:ext cx="0" cy="316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AB72FC7-D392-B19F-4B12-73C12A4915A2}"/>
              </a:ext>
            </a:extLst>
          </p:cNvPr>
          <p:cNvCxnSpPr/>
          <p:nvPr/>
        </p:nvCxnSpPr>
        <p:spPr>
          <a:xfrm>
            <a:off x="2063262" y="2262554"/>
            <a:ext cx="5627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F2FA7F2-24AA-95B3-1E8E-38ED1BC419BA}"/>
              </a:ext>
            </a:extLst>
          </p:cNvPr>
          <p:cNvCxnSpPr/>
          <p:nvPr/>
        </p:nvCxnSpPr>
        <p:spPr>
          <a:xfrm>
            <a:off x="2203938" y="2379785"/>
            <a:ext cx="28135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ACCF059-8D56-52E4-BF57-270B82642CDF}"/>
              </a:ext>
            </a:extLst>
          </p:cNvPr>
          <p:cNvCxnSpPr>
            <a:cxnSpLocks/>
          </p:cNvCxnSpPr>
          <p:nvPr/>
        </p:nvCxnSpPr>
        <p:spPr>
          <a:xfrm flipH="1">
            <a:off x="3751385" y="2708031"/>
            <a:ext cx="11136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76E9A5B-5E1C-3280-6E53-1943A6812DAE}"/>
              </a:ext>
            </a:extLst>
          </p:cNvPr>
          <p:cNvCxnSpPr>
            <a:cxnSpLocks/>
          </p:cNvCxnSpPr>
          <p:nvPr/>
        </p:nvCxnSpPr>
        <p:spPr>
          <a:xfrm flipH="1">
            <a:off x="2344615" y="2708031"/>
            <a:ext cx="9964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CD04803-EE1C-B721-9FCC-D2BB50AEE232}"/>
              </a:ext>
            </a:extLst>
          </p:cNvPr>
          <p:cNvCxnSpPr/>
          <p:nvPr/>
        </p:nvCxnSpPr>
        <p:spPr>
          <a:xfrm flipV="1">
            <a:off x="2344615" y="2379785"/>
            <a:ext cx="0" cy="328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0916B27-EC23-3EBC-2BA4-F03671A1E2F4}"/>
              </a:ext>
            </a:extLst>
          </p:cNvPr>
          <p:cNvCxnSpPr/>
          <p:nvPr/>
        </p:nvCxnSpPr>
        <p:spPr>
          <a:xfrm>
            <a:off x="3751385" y="2708031"/>
            <a:ext cx="0" cy="13481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0011ACE-E12C-8A22-CC45-CF51AF199602}"/>
              </a:ext>
            </a:extLst>
          </p:cNvPr>
          <p:cNvCxnSpPr>
            <a:cxnSpLocks/>
          </p:cNvCxnSpPr>
          <p:nvPr/>
        </p:nvCxnSpPr>
        <p:spPr>
          <a:xfrm>
            <a:off x="3341077" y="2708031"/>
            <a:ext cx="0" cy="16646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01AEDDB-6854-54E9-0CAF-604BFFCD1B66}"/>
              </a:ext>
            </a:extLst>
          </p:cNvPr>
          <p:cNvCxnSpPr>
            <a:cxnSpLocks/>
          </p:cNvCxnSpPr>
          <p:nvPr/>
        </p:nvCxnSpPr>
        <p:spPr>
          <a:xfrm>
            <a:off x="3751385" y="4056185"/>
            <a:ext cx="15708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n 29">
            <a:extLst>
              <a:ext uri="{FF2B5EF4-FFF2-40B4-BE49-F238E27FC236}">
                <a16:creationId xmlns:a16="http://schemas.microsoft.com/office/drawing/2014/main" id="{D8D77625-8E64-2F2C-A806-FF709BF23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098" y="1991705"/>
            <a:ext cx="443755" cy="692880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DB3F3B3-E91F-488D-C49E-E1C116C4D0C3}"/>
              </a:ext>
            </a:extLst>
          </p:cNvPr>
          <p:cNvCxnSpPr>
            <a:cxnSpLocks/>
          </p:cNvCxnSpPr>
          <p:nvPr/>
        </p:nvCxnSpPr>
        <p:spPr>
          <a:xfrm>
            <a:off x="3341077" y="4372708"/>
            <a:ext cx="1981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EBDC35A-C68D-960E-7D4C-0B20EA10FFE5}"/>
              </a:ext>
            </a:extLst>
          </p:cNvPr>
          <p:cNvCxnSpPr>
            <a:cxnSpLocks/>
          </p:cNvCxnSpPr>
          <p:nvPr/>
        </p:nvCxnSpPr>
        <p:spPr>
          <a:xfrm flipH="1">
            <a:off x="6670430" y="1946031"/>
            <a:ext cx="23394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388DB80-D333-96C1-DB52-AA87CDA385FA}"/>
              </a:ext>
            </a:extLst>
          </p:cNvPr>
          <p:cNvCxnSpPr>
            <a:cxnSpLocks/>
          </p:cNvCxnSpPr>
          <p:nvPr/>
        </p:nvCxnSpPr>
        <p:spPr>
          <a:xfrm flipV="1">
            <a:off x="9004788" y="1946031"/>
            <a:ext cx="0" cy="1511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22FD0120-498F-1FA8-85AD-2A1A1738CA94}"/>
              </a:ext>
            </a:extLst>
          </p:cNvPr>
          <p:cNvCxnSpPr>
            <a:cxnSpLocks/>
          </p:cNvCxnSpPr>
          <p:nvPr/>
        </p:nvCxnSpPr>
        <p:spPr>
          <a:xfrm flipH="1">
            <a:off x="6665301" y="2708031"/>
            <a:ext cx="23394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69E4D86-2F31-1583-030A-36EC9FA7697D}"/>
              </a:ext>
            </a:extLst>
          </p:cNvPr>
          <p:cNvCxnSpPr>
            <a:cxnSpLocks/>
          </p:cNvCxnSpPr>
          <p:nvPr/>
        </p:nvCxnSpPr>
        <p:spPr>
          <a:xfrm>
            <a:off x="9004788" y="2545129"/>
            <a:ext cx="0" cy="1629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56814509-5574-5561-B5B8-617B4C570DBD}"/>
              </a:ext>
            </a:extLst>
          </p:cNvPr>
          <p:cNvCxnSpPr>
            <a:cxnSpLocks/>
          </p:cNvCxnSpPr>
          <p:nvPr/>
        </p:nvCxnSpPr>
        <p:spPr>
          <a:xfrm>
            <a:off x="6219824" y="4056185"/>
            <a:ext cx="15708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18E5B14-CD7B-D89A-A669-43200D6A93A9}"/>
              </a:ext>
            </a:extLst>
          </p:cNvPr>
          <p:cNvCxnSpPr>
            <a:cxnSpLocks/>
          </p:cNvCxnSpPr>
          <p:nvPr/>
        </p:nvCxnSpPr>
        <p:spPr>
          <a:xfrm>
            <a:off x="6213231" y="4372708"/>
            <a:ext cx="1981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A3AC1BA1-7EA6-4DA6-D31A-6BA95D850927}"/>
              </a:ext>
            </a:extLst>
          </p:cNvPr>
          <p:cNvCxnSpPr>
            <a:cxnSpLocks/>
          </p:cNvCxnSpPr>
          <p:nvPr/>
        </p:nvCxnSpPr>
        <p:spPr>
          <a:xfrm>
            <a:off x="7790716" y="1946031"/>
            <a:ext cx="0" cy="21101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1DDEF36B-AE4E-C169-41C0-BB1BCF58544D}"/>
              </a:ext>
            </a:extLst>
          </p:cNvPr>
          <p:cNvCxnSpPr>
            <a:cxnSpLocks/>
          </p:cNvCxnSpPr>
          <p:nvPr/>
        </p:nvCxnSpPr>
        <p:spPr>
          <a:xfrm>
            <a:off x="8194431" y="2708031"/>
            <a:ext cx="0" cy="1676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F64E9959-424B-5824-0ED3-F7C8645AF17F}"/>
              </a:ext>
            </a:extLst>
          </p:cNvPr>
          <p:cNvSpPr/>
          <p:nvPr/>
        </p:nvSpPr>
        <p:spPr>
          <a:xfrm>
            <a:off x="7759845" y="1908812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67D433F8-9CD1-DB0C-D7D4-E024F459AA3A}"/>
              </a:ext>
            </a:extLst>
          </p:cNvPr>
          <p:cNvSpPr/>
          <p:nvPr/>
        </p:nvSpPr>
        <p:spPr>
          <a:xfrm>
            <a:off x="8158428" y="2670808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9EF7244-2A12-9AF7-6455-9973B990B536}"/>
                  </a:ext>
                </a:extLst>
              </p:cNvPr>
              <p:cNvSpPr txBox="1"/>
              <p:nvPr/>
            </p:nvSpPr>
            <p:spPr>
              <a:xfrm>
                <a:off x="5385646" y="1598812"/>
                <a:ext cx="745525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9EF7244-2A12-9AF7-6455-9973B990B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646" y="1598812"/>
                <a:ext cx="745525" cy="1107996"/>
              </a:xfrm>
              <a:prstGeom prst="rect">
                <a:avLst/>
              </a:prstGeom>
              <a:blipFill>
                <a:blip r:embed="rId3"/>
                <a:stretch>
                  <a:fillRect l="-15000" r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4ED4778-FF72-7AAA-F69A-62C0DCC49962}"/>
                  </a:ext>
                </a:extLst>
              </p:cNvPr>
              <p:cNvSpPr txBox="1"/>
              <p:nvPr/>
            </p:nvSpPr>
            <p:spPr>
              <a:xfrm>
                <a:off x="5561479" y="3947701"/>
                <a:ext cx="41254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4ED4778-FF72-7AAA-F69A-62C0DCC49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79" y="3947701"/>
                <a:ext cx="412549" cy="615553"/>
              </a:xfrm>
              <a:prstGeom prst="rect">
                <a:avLst/>
              </a:prstGeom>
              <a:blipFill>
                <a:blip r:embed="rId4"/>
                <a:stretch>
                  <a:fillRect l="-41176" r="-38235" b="-3469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82230978-43AB-37B8-5F49-241974C9B838}"/>
                  </a:ext>
                </a:extLst>
              </p:cNvPr>
              <p:cNvSpPr txBox="1"/>
              <p:nvPr/>
            </p:nvSpPr>
            <p:spPr>
              <a:xfrm>
                <a:off x="9133490" y="2095989"/>
                <a:ext cx="4694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82230978-43AB-37B8-5F49-241974C9B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490" y="2095989"/>
                <a:ext cx="469423" cy="430887"/>
              </a:xfrm>
              <a:prstGeom prst="rect">
                <a:avLst/>
              </a:prstGeom>
              <a:blipFill>
                <a:blip r:embed="rId5"/>
                <a:stretch>
                  <a:fillRect l="-18919" r="-5405" b="-114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54024A4B-3275-BF17-57F1-570C7ABBD4E4}"/>
              </a:ext>
            </a:extLst>
          </p:cNvPr>
          <p:cNvCxnSpPr/>
          <p:nvPr/>
        </p:nvCxnSpPr>
        <p:spPr>
          <a:xfrm flipV="1">
            <a:off x="9694985" y="1986451"/>
            <a:ext cx="0" cy="64918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DEBF576A-9203-F5EE-89E8-9D69C94840C3}"/>
                  </a:ext>
                </a:extLst>
              </p:cNvPr>
              <p:cNvSpPr txBox="1"/>
              <p:nvPr/>
            </p:nvSpPr>
            <p:spPr>
              <a:xfrm>
                <a:off x="9799029" y="2095601"/>
                <a:ext cx="4624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DEBF576A-9203-F5EE-89E8-9D69C9484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9029" y="2095601"/>
                <a:ext cx="462499" cy="430887"/>
              </a:xfrm>
              <a:prstGeom prst="rect">
                <a:avLst/>
              </a:prstGeom>
              <a:blipFill>
                <a:blip r:embed="rId6"/>
                <a:stretch>
                  <a:fillRect l="-16216" r="-8108" b="-176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E3F6D4E-29D3-3F99-3605-BC57DAD2376C}"/>
                  </a:ext>
                </a:extLst>
              </p:cNvPr>
              <p:cNvSpPr txBox="1"/>
              <p:nvPr/>
            </p:nvSpPr>
            <p:spPr>
              <a:xfrm>
                <a:off x="1299737" y="2021620"/>
                <a:ext cx="719621" cy="465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5E3F6D4E-29D3-3F99-3605-BC57DAD23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737" y="2021620"/>
                <a:ext cx="719621" cy="465384"/>
              </a:xfrm>
              <a:prstGeom prst="rect">
                <a:avLst/>
              </a:prstGeom>
              <a:blipFill>
                <a:blip r:embed="rId7"/>
                <a:stretch>
                  <a:fillRect l="-10526" r="-8772" b="-2432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111A3827-F9B2-CB15-F29E-E85D076C7923}"/>
              </a:ext>
            </a:extLst>
          </p:cNvPr>
          <p:cNvCxnSpPr>
            <a:cxnSpLocks/>
          </p:cNvCxnSpPr>
          <p:nvPr/>
        </p:nvCxnSpPr>
        <p:spPr>
          <a:xfrm flipH="1">
            <a:off x="5766291" y="1125415"/>
            <a:ext cx="1462" cy="38686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E97B3C2C-1D2B-10AD-1F9A-6AD3928958B3}"/>
                  </a:ext>
                </a:extLst>
              </p:cNvPr>
              <p:cNvSpPr txBox="1"/>
              <p:nvPr/>
            </p:nvSpPr>
            <p:spPr>
              <a:xfrm>
                <a:off x="5352705" y="665220"/>
                <a:ext cx="7961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𝑅𝐸𝐺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E97B3C2C-1D2B-10AD-1F9A-6AD392895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705" y="665220"/>
                <a:ext cx="796180" cy="430887"/>
              </a:xfrm>
              <a:prstGeom prst="rect">
                <a:avLst/>
              </a:prstGeom>
              <a:blipFill>
                <a:blip r:embed="rId8"/>
                <a:stretch>
                  <a:fillRect l="-9375" r="-1563"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25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9DE8B0-EDC6-1B02-CA4C-2D3C9D5E6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8717"/>
            <a:ext cx="7772400" cy="674056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5F628A-279E-AF6E-44C1-C9967687C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92" y="3622431"/>
            <a:ext cx="2361088" cy="314410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E074A88-A39C-2E85-1EF2-30B569476149}"/>
              </a:ext>
            </a:extLst>
          </p:cNvPr>
          <p:cNvCxnSpPr/>
          <p:nvPr/>
        </p:nvCxnSpPr>
        <p:spPr>
          <a:xfrm flipV="1">
            <a:off x="8961180" y="4638970"/>
            <a:ext cx="0" cy="919908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51266C3-8FDE-18E7-B803-171C4944C057}"/>
                  </a:ext>
                </a:extLst>
              </p:cNvPr>
              <p:cNvSpPr txBox="1"/>
              <p:nvPr/>
            </p:nvSpPr>
            <p:spPr>
              <a:xfrm>
                <a:off x="7940161" y="4837314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51266C3-8FDE-18E7-B803-171C4944C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161" y="4837314"/>
                <a:ext cx="763793" cy="523220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B12E429-3047-2CEF-B630-266711C0EC80}"/>
                  </a:ext>
                </a:extLst>
              </p:cNvPr>
              <p:cNvSpPr txBox="1"/>
              <p:nvPr/>
            </p:nvSpPr>
            <p:spPr>
              <a:xfrm>
                <a:off x="7304955" y="3968263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3B12E429-3047-2CEF-B630-266711C0E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955" y="3968263"/>
                <a:ext cx="763793" cy="523220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17237B3-1B16-3284-432B-6D3F93ABF3D2}"/>
                  </a:ext>
                </a:extLst>
              </p:cNvPr>
              <p:cNvSpPr txBox="1"/>
              <p:nvPr/>
            </p:nvSpPr>
            <p:spPr>
              <a:xfrm>
                <a:off x="5995824" y="4837314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17237B3-1B16-3284-432B-6D3F93ABF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824" y="4837314"/>
                <a:ext cx="763793" cy="523220"/>
              </a:xfrm>
              <a:prstGeom prst="rect">
                <a:avLst/>
              </a:prstGeom>
              <a:blipFill>
                <a:blip r:embed="rId6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41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02242F-67AB-51DF-73D6-9103806CD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445" y="0"/>
            <a:ext cx="6685109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5CF7949-B659-5A3C-0AB2-5579329EA494}"/>
                  </a:ext>
                </a:extLst>
              </p:cNvPr>
              <p:cNvSpPr txBox="1"/>
              <p:nvPr/>
            </p:nvSpPr>
            <p:spPr>
              <a:xfrm>
                <a:off x="9270694" y="0"/>
                <a:ext cx="796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𝑅𝐸𝐺</m:t>
                          </m:r>
                        </m:sub>
                      </m:sSub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5CF7949-B659-5A3C-0AB2-5579329EA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694" y="0"/>
                <a:ext cx="796179" cy="430887"/>
              </a:xfrm>
              <a:prstGeom prst="rect">
                <a:avLst/>
              </a:prstGeom>
              <a:blipFill>
                <a:blip r:embed="rId3"/>
                <a:stretch>
                  <a:fillRect l="-11111" r="-3175" b="-14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ABA1530-C53D-9B84-01EB-B69E49A7F23D}"/>
                  </a:ext>
                </a:extLst>
              </p:cNvPr>
              <p:cNvSpPr txBox="1"/>
              <p:nvPr/>
            </p:nvSpPr>
            <p:spPr>
              <a:xfrm>
                <a:off x="3414151" y="3196308"/>
                <a:ext cx="719621" cy="465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ABA1530-C53D-9B84-01EB-B69E49A7F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151" y="3196308"/>
                <a:ext cx="719621" cy="465384"/>
              </a:xfrm>
              <a:prstGeom prst="rect">
                <a:avLst/>
              </a:prstGeom>
              <a:blipFill>
                <a:blip r:embed="rId4"/>
                <a:stretch>
                  <a:fillRect l="-10345" r="-6897" b="-2368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CF5A2B5-CD8E-B2A5-F98E-DAD5ACF4C2C1}"/>
                  </a:ext>
                </a:extLst>
              </p:cNvPr>
              <p:cNvSpPr txBox="1"/>
              <p:nvPr/>
            </p:nvSpPr>
            <p:spPr>
              <a:xfrm>
                <a:off x="2655281" y="2248692"/>
                <a:ext cx="3214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CF5A2B5-CD8E-B2A5-F98E-DAD5ACF4C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281" y="2248692"/>
                <a:ext cx="321498" cy="430887"/>
              </a:xfrm>
              <a:prstGeom prst="rect">
                <a:avLst/>
              </a:prstGeom>
              <a:blipFill>
                <a:blip r:embed="rId5"/>
                <a:stretch>
                  <a:fillRect l="-26923" r="-23077" b="-28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7849433-7693-A70B-7DDC-814D2069E5C6}"/>
                  </a:ext>
                </a:extLst>
              </p:cNvPr>
              <p:cNvSpPr txBox="1"/>
              <p:nvPr/>
            </p:nvSpPr>
            <p:spPr>
              <a:xfrm>
                <a:off x="2408233" y="5790044"/>
                <a:ext cx="613053" cy="468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7849433-7693-A70B-7DDC-814D2069E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233" y="5790044"/>
                <a:ext cx="613053" cy="468526"/>
              </a:xfrm>
              <a:prstGeom prst="rect">
                <a:avLst/>
              </a:prstGeom>
              <a:blipFill>
                <a:blip r:embed="rId6"/>
                <a:stretch>
                  <a:fillRect l="-12000" b="-162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188EAF7-F5DC-B253-300E-59DB76B3A4CC}"/>
                  </a:ext>
                </a:extLst>
              </p:cNvPr>
              <p:cNvSpPr txBox="1"/>
              <p:nvPr/>
            </p:nvSpPr>
            <p:spPr>
              <a:xfrm>
                <a:off x="4732327" y="5824057"/>
                <a:ext cx="613053" cy="470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188EAF7-F5DC-B253-300E-59DB76B3A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327" y="5824057"/>
                <a:ext cx="613053" cy="470706"/>
              </a:xfrm>
              <a:prstGeom prst="rect">
                <a:avLst/>
              </a:prstGeom>
              <a:blipFill>
                <a:blip r:embed="rId7"/>
                <a:stretch>
                  <a:fillRect l="-12245" b="-1315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DB18B8A-CBCA-5D92-AEBC-3C80B3D79971}"/>
                  </a:ext>
                </a:extLst>
              </p:cNvPr>
              <p:cNvSpPr txBox="1"/>
              <p:nvPr/>
            </p:nvSpPr>
            <p:spPr>
              <a:xfrm>
                <a:off x="2765022" y="4975170"/>
                <a:ext cx="4235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DB18B8A-CBCA-5D92-AEBC-3C80B3D79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022" y="4975170"/>
                <a:ext cx="423513" cy="430887"/>
              </a:xfrm>
              <a:prstGeom prst="rect">
                <a:avLst/>
              </a:prstGeom>
              <a:blipFill>
                <a:blip r:embed="rId8"/>
                <a:stretch>
                  <a:fillRect l="-17143" r="-2857" b="-114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6119FAD-EAB8-C712-F583-7786DF09FE0B}"/>
                  </a:ext>
                </a:extLst>
              </p:cNvPr>
              <p:cNvSpPr txBox="1"/>
              <p:nvPr/>
            </p:nvSpPr>
            <p:spPr>
              <a:xfrm>
                <a:off x="4504970" y="4975170"/>
                <a:ext cx="4235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6119FAD-EAB8-C712-F583-7786DF09F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970" y="4975170"/>
                <a:ext cx="423513" cy="430887"/>
              </a:xfrm>
              <a:prstGeom prst="rect">
                <a:avLst/>
              </a:prstGeom>
              <a:blipFill>
                <a:blip r:embed="rId9"/>
                <a:stretch>
                  <a:fillRect l="-17647" r="-8824"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A032D9B-081A-4021-A764-A4ADF6BEA0B7}"/>
                  </a:ext>
                </a:extLst>
              </p:cNvPr>
              <p:cNvSpPr txBox="1"/>
              <p:nvPr/>
            </p:nvSpPr>
            <p:spPr>
              <a:xfrm>
                <a:off x="4303539" y="3581359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A032D9B-081A-4021-A764-A4ADF6BEA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539" y="3581359"/>
                <a:ext cx="76379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0944A80-6820-83B4-2EC0-5B2D7E2D981B}"/>
                  </a:ext>
                </a:extLst>
              </p:cNvPr>
              <p:cNvSpPr txBox="1"/>
              <p:nvPr/>
            </p:nvSpPr>
            <p:spPr>
              <a:xfrm>
                <a:off x="5445096" y="3581359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0944A80-6820-83B4-2EC0-5B2D7E2D9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096" y="3581359"/>
                <a:ext cx="76379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2E6EF16-A1DD-E2A6-E32F-9E37E9D38903}"/>
                  </a:ext>
                </a:extLst>
              </p:cNvPr>
              <p:cNvSpPr txBox="1"/>
              <p:nvPr/>
            </p:nvSpPr>
            <p:spPr>
              <a:xfrm>
                <a:off x="4135864" y="135446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2E6EF16-A1DD-E2A6-E32F-9E37E9D38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864" y="1354460"/>
                <a:ext cx="763793" cy="523220"/>
              </a:xfrm>
              <a:prstGeom prst="rect">
                <a:avLst/>
              </a:prstGeom>
              <a:blipFill>
                <a:blip r:embed="rId12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32673F1-C360-E828-7470-C68ABD0A8374}"/>
                  </a:ext>
                </a:extLst>
              </p:cNvPr>
              <p:cNvSpPr txBox="1"/>
              <p:nvPr/>
            </p:nvSpPr>
            <p:spPr>
              <a:xfrm>
                <a:off x="5714103" y="135446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32673F1-C360-E828-7470-C68ABD0A8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103" y="1354460"/>
                <a:ext cx="763793" cy="523220"/>
              </a:xfrm>
              <a:prstGeom prst="rect">
                <a:avLst/>
              </a:prstGeom>
              <a:blipFill>
                <a:blip r:embed="rId1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93961EF-C86C-FF3C-562F-387535D85415}"/>
                  </a:ext>
                </a:extLst>
              </p:cNvPr>
              <p:cNvSpPr txBox="1"/>
              <p:nvPr/>
            </p:nvSpPr>
            <p:spPr>
              <a:xfrm>
                <a:off x="3756439" y="539269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93961EF-C86C-FF3C-562F-387535D85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439" y="539269"/>
                <a:ext cx="763793" cy="577338"/>
              </a:xfrm>
              <a:prstGeom prst="rect">
                <a:avLst/>
              </a:prstGeom>
              <a:blipFill>
                <a:blip r:embed="rId14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60C2983-C528-31BC-A72E-A432B80D5D14}"/>
                  </a:ext>
                </a:extLst>
              </p:cNvPr>
              <p:cNvSpPr txBox="1"/>
              <p:nvPr/>
            </p:nvSpPr>
            <p:spPr>
              <a:xfrm>
                <a:off x="5985169" y="539269"/>
                <a:ext cx="763793" cy="57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60C2983-C528-31BC-A72E-A432B80D5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169" y="539269"/>
                <a:ext cx="763793" cy="577338"/>
              </a:xfrm>
              <a:prstGeom prst="rect">
                <a:avLst/>
              </a:prstGeom>
              <a:blipFill>
                <a:blip r:embed="rId15"/>
                <a:stretch>
                  <a:fillRect l="-1639" b="-21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A89820A-DC16-9125-C929-6E8B2DF2C31E}"/>
                  </a:ext>
                </a:extLst>
              </p:cNvPr>
              <p:cNvSpPr txBox="1"/>
              <p:nvPr/>
            </p:nvSpPr>
            <p:spPr>
              <a:xfrm>
                <a:off x="7437533" y="2345225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A89820A-DC16-9125-C929-6E8B2DF2C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533" y="2345225"/>
                <a:ext cx="763793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6B82B97-4807-775D-E7B6-60DF8025D49A}"/>
                  </a:ext>
                </a:extLst>
              </p:cNvPr>
              <p:cNvSpPr txBox="1"/>
              <p:nvPr/>
            </p:nvSpPr>
            <p:spPr>
              <a:xfrm>
                <a:off x="8612177" y="161607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6B82B97-4807-775D-E7B6-60DF8025D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177" y="1616070"/>
                <a:ext cx="763793" cy="523220"/>
              </a:xfrm>
              <a:prstGeom prst="rect">
                <a:avLst/>
              </a:prstGeom>
              <a:blipFill>
                <a:blip r:embed="rId17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C6BF869-FD4F-B70A-6798-A68877EB82CB}"/>
                  </a:ext>
                </a:extLst>
              </p:cNvPr>
              <p:cNvSpPr txBox="1"/>
              <p:nvPr/>
            </p:nvSpPr>
            <p:spPr>
              <a:xfrm>
                <a:off x="8080838" y="5771543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C6BF869-FD4F-B70A-6798-A68877EB8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838" y="5771543"/>
                <a:ext cx="763793" cy="523220"/>
              </a:xfrm>
              <a:prstGeom prst="rect">
                <a:avLst/>
              </a:prstGeom>
              <a:blipFill>
                <a:blip r:embed="rId1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7B32196-872B-AF5C-98A8-5D277A2D16F3}"/>
                  </a:ext>
                </a:extLst>
              </p:cNvPr>
              <p:cNvSpPr txBox="1"/>
              <p:nvPr/>
            </p:nvSpPr>
            <p:spPr>
              <a:xfrm>
                <a:off x="7437532" y="522949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7B32196-872B-AF5C-98A8-5D277A2D1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532" y="5229492"/>
                <a:ext cx="763793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B083359-EA55-3497-7A64-6D98293A8C8C}"/>
                  </a:ext>
                </a:extLst>
              </p:cNvPr>
              <p:cNvSpPr txBox="1"/>
              <p:nvPr/>
            </p:nvSpPr>
            <p:spPr>
              <a:xfrm>
                <a:off x="5968480" y="5808258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B083359-EA55-3497-7A64-6D98293A8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480" y="5808258"/>
                <a:ext cx="763793" cy="523220"/>
              </a:xfrm>
              <a:prstGeom prst="rect">
                <a:avLst/>
              </a:prstGeom>
              <a:blipFill>
                <a:blip r:embed="rId20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75845C4-7A5E-2AEA-6603-FDB4EE1995D4}"/>
              </a:ext>
            </a:extLst>
          </p:cNvPr>
          <p:cNvCxnSpPr/>
          <p:nvPr/>
        </p:nvCxnSpPr>
        <p:spPr>
          <a:xfrm flipV="1">
            <a:off x="9172195" y="5633878"/>
            <a:ext cx="0" cy="919908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699488B-199D-2450-DB22-446D6E2E20CE}"/>
                  </a:ext>
                </a:extLst>
              </p:cNvPr>
              <p:cNvSpPr txBox="1"/>
              <p:nvPr/>
            </p:nvSpPr>
            <p:spPr>
              <a:xfrm>
                <a:off x="9154821" y="5832222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C699488B-199D-2450-DB22-446D6E2E2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821" y="5832222"/>
                <a:ext cx="763793" cy="523220"/>
              </a:xfrm>
              <a:prstGeom prst="rect">
                <a:avLst/>
              </a:prstGeom>
              <a:blipFill>
                <a:blip r:embed="rId21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3A9D148-E5B2-4703-96D7-7B7A1EBD3C4D}"/>
                  </a:ext>
                </a:extLst>
              </p:cNvPr>
              <p:cNvSpPr txBox="1"/>
              <p:nvPr/>
            </p:nvSpPr>
            <p:spPr>
              <a:xfrm>
                <a:off x="8844528" y="3891580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3A9D148-E5B2-4703-96D7-7B7A1EBD3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528" y="3891580"/>
                <a:ext cx="763793" cy="523220"/>
              </a:xfrm>
              <a:prstGeom prst="rect">
                <a:avLst/>
              </a:prstGeom>
              <a:blipFill>
                <a:blip r:embed="rId22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03A8DF6-CEE0-CDDB-1040-6CA2CE65EB31}"/>
                  </a:ext>
                </a:extLst>
              </p:cNvPr>
              <p:cNvSpPr txBox="1"/>
              <p:nvPr/>
            </p:nvSpPr>
            <p:spPr>
              <a:xfrm>
                <a:off x="7318831" y="3115975"/>
                <a:ext cx="415755" cy="465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F03A8DF6-CEE0-CDDB-1040-6CA2CE65E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831" y="3115975"/>
                <a:ext cx="415755" cy="465384"/>
              </a:xfrm>
              <a:prstGeom prst="rect">
                <a:avLst/>
              </a:prstGeom>
              <a:blipFill>
                <a:blip r:embed="rId23"/>
                <a:stretch>
                  <a:fillRect l="-20588" r="-8824" b="-2702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0EE82A2-270C-B1B7-A7F6-F1F45186196E}"/>
                  </a:ext>
                </a:extLst>
              </p:cNvPr>
              <p:cNvSpPr txBox="1"/>
              <p:nvPr/>
            </p:nvSpPr>
            <p:spPr>
              <a:xfrm>
                <a:off x="6587246" y="3481713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0EE82A2-270C-B1B7-A7F6-F1F451861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246" y="3481713"/>
                <a:ext cx="763793" cy="523220"/>
              </a:xfrm>
              <a:prstGeom prst="rect">
                <a:avLst/>
              </a:prstGeom>
              <a:blipFill>
                <a:blip r:embed="rId2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38B3813-C23D-300A-CB00-957E8B079AC3}"/>
              </a:ext>
            </a:extLst>
          </p:cNvPr>
          <p:cNvCxnSpPr>
            <a:cxnSpLocks/>
          </p:cNvCxnSpPr>
          <p:nvPr/>
        </p:nvCxnSpPr>
        <p:spPr>
          <a:xfrm flipV="1">
            <a:off x="9899917" y="3348667"/>
            <a:ext cx="0" cy="3205119"/>
          </a:xfrm>
          <a:prstGeom prst="straightConnector1">
            <a:avLst/>
          </a:prstGeom>
          <a:ln w="28575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FF159849-C1C0-A1CE-F483-AE5B9E4406E4}"/>
                  </a:ext>
                </a:extLst>
              </p:cNvPr>
              <p:cNvSpPr txBox="1"/>
              <p:nvPr/>
            </p:nvSpPr>
            <p:spPr>
              <a:xfrm>
                <a:off x="9879756" y="4600291"/>
                <a:ext cx="7637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FF159849-C1C0-A1CE-F483-AE5B9E440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9756" y="4600291"/>
                <a:ext cx="763793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2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B6589E-9A6A-DDEF-70E4-2B835EC6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0" y="1238250"/>
            <a:ext cx="5207000" cy="43815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2A14B1A-7C1C-A2B9-C9DE-3D0411A2ADC2}"/>
              </a:ext>
            </a:extLst>
          </p:cNvPr>
          <p:cNvSpPr/>
          <p:nvPr/>
        </p:nvSpPr>
        <p:spPr>
          <a:xfrm>
            <a:off x="7104185" y="3305908"/>
            <a:ext cx="762000" cy="2461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144C239-A560-5A04-B145-76BBB040A297}"/>
              </a:ext>
            </a:extLst>
          </p:cNvPr>
          <p:cNvSpPr/>
          <p:nvPr/>
        </p:nvSpPr>
        <p:spPr>
          <a:xfrm>
            <a:off x="8325719" y="3035379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E93A250-8E46-DD21-1D52-FAF679D3AA98}"/>
              </a:ext>
            </a:extLst>
          </p:cNvPr>
          <p:cNvSpPr/>
          <p:nvPr/>
        </p:nvSpPr>
        <p:spPr>
          <a:xfrm>
            <a:off x="8325719" y="4735225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chemeClr val="tx1"/>
                </a:solidFill>
              </a:ln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6CF5196-E9EA-E725-DD16-EFB46BF20032}"/>
                  </a:ext>
                </a:extLst>
              </p:cNvPr>
              <p:cNvSpPr txBox="1"/>
              <p:nvPr/>
            </p:nvSpPr>
            <p:spPr>
              <a:xfrm>
                <a:off x="8432664" y="3638385"/>
                <a:ext cx="533672" cy="598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6CF5196-E9EA-E725-DD16-EFB46BF20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664" y="3638385"/>
                <a:ext cx="533672" cy="598369"/>
              </a:xfrm>
              <a:prstGeom prst="rect">
                <a:avLst/>
              </a:prstGeom>
              <a:blipFill>
                <a:blip r:embed="rId3"/>
                <a:stretch>
                  <a:fillRect l="-15909" r="-11364" b="-229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2A75897-D853-7EA1-96F8-FF9B8A3A0959}"/>
              </a:ext>
            </a:extLst>
          </p:cNvPr>
          <p:cNvCxnSpPr>
            <a:cxnSpLocks/>
          </p:cNvCxnSpPr>
          <p:nvPr/>
        </p:nvCxnSpPr>
        <p:spPr>
          <a:xfrm flipV="1">
            <a:off x="8368130" y="3235570"/>
            <a:ext cx="0" cy="1404000"/>
          </a:xfrm>
          <a:prstGeom prst="straightConnector1">
            <a:avLst/>
          </a:prstGeom>
          <a:ln w="38100">
            <a:solidFill>
              <a:schemeClr val="tx1"/>
            </a:solidFill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E160B5E-5973-3672-5831-9F5F9711A28E}"/>
                  </a:ext>
                </a:extLst>
              </p:cNvPr>
              <p:cNvSpPr txBox="1"/>
              <p:nvPr/>
            </p:nvSpPr>
            <p:spPr>
              <a:xfrm>
                <a:off x="6527494" y="2068359"/>
                <a:ext cx="796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𝑅𝐸𝐺</m:t>
                          </m:r>
                        </m:sub>
                      </m:sSub>
                    </m:oMath>
                  </m:oMathPara>
                </a14:m>
                <a:endParaRPr lang="es-AR" sz="14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E160B5E-5973-3672-5831-9F5F9711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494" y="2068359"/>
                <a:ext cx="796179" cy="430887"/>
              </a:xfrm>
              <a:prstGeom prst="rect">
                <a:avLst/>
              </a:prstGeom>
              <a:blipFill>
                <a:blip r:embed="rId4"/>
                <a:stretch>
                  <a:fillRect l="-11111" r="-3175" b="-20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88F48DB-116F-7057-5843-C3DA498FE6AD}"/>
                  </a:ext>
                </a:extLst>
              </p:cNvPr>
              <p:cNvSpPr txBox="1"/>
              <p:nvPr/>
            </p:nvSpPr>
            <p:spPr>
              <a:xfrm>
                <a:off x="3060078" y="2912404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88F48DB-116F-7057-5843-C3DA498FE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078" y="2912404"/>
                <a:ext cx="76379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8263D9E-2642-EA2D-ED79-4F07728D9C9B}"/>
                  </a:ext>
                </a:extLst>
              </p:cNvPr>
              <p:cNvSpPr txBox="1"/>
              <p:nvPr/>
            </p:nvSpPr>
            <p:spPr>
              <a:xfrm>
                <a:off x="3060078" y="1960636"/>
                <a:ext cx="76379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8263D9E-2642-EA2D-ED79-4F07728D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078" y="1960636"/>
                <a:ext cx="763793" cy="646331"/>
              </a:xfrm>
              <a:prstGeom prst="rect">
                <a:avLst/>
              </a:prstGeom>
              <a:blipFill>
                <a:blip r:embed="rId6"/>
                <a:stretch>
                  <a:fillRect l="-1639" b="-38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7A6102D-97A9-1D55-2DF0-49C1C3C00EF7}"/>
                  </a:ext>
                </a:extLst>
              </p:cNvPr>
              <p:cNvSpPr txBox="1"/>
              <p:nvPr/>
            </p:nvSpPr>
            <p:spPr>
              <a:xfrm>
                <a:off x="2901567" y="939065"/>
                <a:ext cx="922304" cy="598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7A6102D-97A9-1D55-2DF0-49C1C3C00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567" y="939065"/>
                <a:ext cx="922304" cy="598369"/>
              </a:xfrm>
              <a:prstGeom prst="rect">
                <a:avLst/>
              </a:prstGeom>
              <a:blipFill>
                <a:blip r:embed="rId7"/>
                <a:stretch>
                  <a:fillRect l="-10959" r="-8219" b="-229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5480891-7560-6B6C-BCF6-FE5CF8E067BB}"/>
                  </a:ext>
                </a:extLst>
              </p:cNvPr>
              <p:cNvSpPr txBox="1"/>
              <p:nvPr/>
            </p:nvSpPr>
            <p:spPr>
              <a:xfrm>
                <a:off x="6559880" y="974326"/>
                <a:ext cx="763793" cy="62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5480891-7560-6B6C-BCF6-FE5CF8E06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80" y="974326"/>
                <a:ext cx="763793" cy="624210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235FB50-FEEC-FE29-1711-C3FF321D412B}"/>
                  </a:ext>
                </a:extLst>
              </p:cNvPr>
              <p:cNvSpPr txBox="1"/>
              <p:nvPr/>
            </p:nvSpPr>
            <p:spPr>
              <a:xfrm>
                <a:off x="4414804" y="974326"/>
                <a:ext cx="763793" cy="62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235FB50-FEEC-FE29-1711-C3FF321D4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804" y="974326"/>
                <a:ext cx="763793" cy="624210"/>
              </a:xfrm>
              <a:prstGeom prst="rect">
                <a:avLst/>
              </a:prstGeom>
              <a:blipFill>
                <a:blip r:embed="rId9"/>
                <a:stretch>
                  <a:fillRect l="-4839" r="-24194" b="-12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83047EC-FD40-330B-245F-AFAAC92B7F45}"/>
                  </a:ext>
                </a:extLst>
              </p:cNvPr>
              <p:cNvSpPr txBox="1"/>
              <p:nvPr/>
            </p:nvSpPr>
            <p:spPr>
              <a:xfrm>
                <a:off x="4387874" y="2148222"/>
                <a:ext cx="76379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83047EC-FD40-330B-245F-AFAAC92B7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874" y="2148222"/>
                <a:ext cx="763793" cy="584775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25826DB1-417F-15C0-9BEC-401AD4C3EF7D}"/>
                  </a:ext>
                </a:extLst>
              </p:cNvPr>
              <p:cNvSpPr txBox="1"/>
              <p:nvPr/>
            </p:nvSpPr>
            <p:spPr>
              <a:xfrm>
                <a:off x="6177983" y="4137829"/>
                <a:ext cx="76379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25826DB1-417F-15C0-9BEC-401AD4C3E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983" y="4137829"/>
                <a:ext cx="763793" cy="584775"/>
              </a:xfrm>
              <a:prstGeom prst="rect">
                <a:avLst/>
              </a:prstGeom>
              <a:blipFill>
                <a:blip r:embed="rId11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04A457-AEDF-0156-65DA-7CF449A31999}"/>
                  </a:ext>
                </a:extLst>
              </p:cNvPr>
              <p:cNvSpPr txBox="1"/>
              <p:nvPr/>
            </p:nvSpPr>
            <p:spPr>
              <a:xfrm>
                <a:off x="4333337" y="3937569"/>
                <a:ext cx="76379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04A457-AEDF-0156-65DA-7CF449A31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337" y="3937569"/>
                <a:ext cx="763793" cy="584775"/>
              </a:xfrm>
              <a:prstGeom prst="rect">
                <a:avLst/>
              </a:prstGeom>
              <a:blipFill>
                <a:blip r:embed="rId12"/>
                <a:stretch>
                  <a:fillRect l="-8197" r="-8197" b="-212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18E9F21-EAA6-D3B0-E98E-122E344CAFA0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74413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2352</TotalTime>
  <Words>112</Words>
  <Application>Microsoft Macintosh PowerPoint</Application>
  <PresentationFormat>Panorámica</PresentationFormat>
  <Paragraphs>111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Lautaro García Vitale</dc:creator>
  <cp:lastModifiedBy>Lautaro García Vitale</cp:lastModifiedBy>
  <cp:revision>13</cp:revision>
  <dcterms:created xsi:type="dcterms:W3CDTF">2026-04-08T04:11:44Z</dcterms:created>
  <dcterms:modified xsi:type="dcterms:W3CDTF">2026-04-10T22:06:48Z</dcterms:modified>
</cp:coreProperties>
</file>